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CB172C-B80E-4AD9-9D6D-306488564516}" v="1" dt="2026-06-17T13:43:56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3" d="100"/>
          <a:sy n="53" d="100"/>
        </p:scale>
        <p:origin x="67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arina Heüman Funch" userId="4c116d6fe25a2bfb" providerId="LiveId" clId="{7DF22670-5938-4D81-A7CB-381824D9E4E5}"/>
    <pc:docChg chg="undo custSel addSld modSld">
      <pc:chgData name="Katarina Heüman Funch" userId="4c116d6fe25a2bfb" providerId="LiveId" clId="{7DF22670-5938-4D81-A7CB-381824D9E4E5}" dt="2026-06-16T21:17:16.399" v="2126" actId="20577"/>
      <pc:docMkLst>
        <pc:docMk/>
      </pc:docMkLst>
      <pc:sldChg chg="modSp mod">
        <pc:chgData name="Katarina Heüman Funch" userId="4c116d6fe25a2bfb" providerId="LiveId" clId="{7DF22670-5938-4D81-A7CB-381824D9E4E5}" dt="2026-06-16T20:40:02.504" v="875" actId="207"/>
        <pc:sldMkLst>
          <pc:docMk/>
          <pc:sldMk cId="621453492" sldId="256"/>
        </pc:sldMkLst>
        <pc:spChg chg="mod">
          <ac:chgData name="Katarina Heüman Funch" userId="4c116d6fe25a2bfb" providerId="LiveId" clId="{7DF22670-5938-4D81-A7CB-381824D9E4E5}" dt="2026-06-16T20:39:54.820" v="874" actId="207"/>
          <ac:spMkLst>
            <pc:docMk/>
            <pc:sldMk cId="621453492" sldId="256"/>
            <ac:spMk id="2" creationId="{9D9F1D01-0300-CDFF-72C0-92739D11B2F0}"/>
          </ac:spMkLst>
        </pc:spChg>
        <pc:spChg chg="mod">
          <ac:chgData name="Katarina Heüman Funch" userId="4c116d6fe25a2bfb" providerId="LiveId" clId="{7DF22670-5938-4D81-A7CB-381824D9E4E5}" dt="2026-06-16T20:40:02.504" v="875" actId="207"/>
          <ac:spMkLst>
            <pc:docMk/>
            <pc:sldMk cId="621453492" sldId="256"/>
            <ac:spMk id="3" creationId="{DFEAB573-9AD6-AA60-2FBE-8DE7704D88D0}"/>
          </ac:spMkLst>
        </pc:spChg>
      </pc:sldChg>
      <pc:sldChg chg="modSp new mod">
        <pc:chgData name="Katarina Heüman Funch" userId="4c116d6fe25a2bfb" providerId="LiveId" clId="{7DF22670-5938-4D81-A7CB-381824D9E4E5}" dt="2026-06-16T20:43:37.952" v="911" actId="12"/>
        <pc:sldMkLst>
          <pc:docMk/>
          <pc:sldMk cId="4257554591" sldId="257"/>
        </pc:sldMkLst>
        <pc:spChg chg="mod">
          <ac:chgData name="Katarina Heüman Funch" userId="4c116d6fe25a2bfb" providerId="LiveId" clId="{7DF22670-5938-4D81-A7CB-381824D9E4E5}" dt="2026-06-16T20:40:10.036" v="876" actId="207"/>
          <ac:spMkLst>
            <pc:docMk/>
            <pc:sldMk cId="4257554591" sldId="257"/>
            <ac:spMk id="2" creationId="{9BC68E0F-0BBE-9762-A0AE-2A9598E41AF8}"/>
          </ac:spMkLst>
        </pc:spChg>
        <pc:spChg chg="mod">
          <ac:chgData name="Katarina Heüman Funch" userId="4c116d6fe25a2bfb" providerId="LiveId" clId="{7DF22670-5938-4D81-A7CB-381824D9E4E5}" dt="2026-06-16T20:43:37.952" v="911" actId="12"/>
          <ac:spMkLst>
            <pc:docMk/>
            <pc:sldMk cId="4257554591" sldId="257"/>
            <ac:spMk id="3" creationId="{C2ED15FC-7F24-B6C4-30B6-2E1675ED664B}"/>
          </ac:spMkLst>
        </pc:spChg>
      </pc:sldChg>
      <pc:sldChg chg="addSp delSp modSp new mod">
        <pc:chgData name="Katarina Heüman Funch" userId="4c116d6fe25a2bfb" providerId="LiveId" clId="{7DF22670-5938-4D81-A7CB-381824D9E4E5}" dt="2026-06-16T20:47:08.025" v="996" actId="20577"/>
        <pc:sldMkLst>
          <pc:docMk/>
          <pc:sldMk cId="1650080889" sldId="258"/>
        </pc:sldMkLst>
        <pc:spChg chg="mod">
          <ac:chgData name="Katarina Heüman Funch" userId="4c116d6fe25a2bfb" providerId="LiveId" clId="{7DF22670-5938-4D81-A7CB-381824D9E4E5}" dt="2026-06-16T20:46:12.736" v="961" actId="790"/>
          <ac:spMkLst>
            <pc:docMk/>
            <pc:sldMk cId="1650080889" sldId="258"/>
            <ac:spMk id="2" creationId="{3A3BC462-AA17-4BF1-0D02-D0C40162A49D}"/>
          </ac:spMkLst>
        </pc:spChg>
        <pc:spChg chg="mod">
          <ac:chgData name="Katarina Heüman Funch" userId="4c116d6fe25a2bfb" providerId="LiveId" clId="{7DF22670-5938-4D81-A7CB-381824D9E4E5}" dt="2026-06-16T20:46:25.321" v="994" actId="20577"/>
          <ac:spMkLst>
            <pc:docMk/>
            <pc:sldMk cId="1650080889" sldId="258"/>
            <ac:spMk id="3" creationId="{19EA37C2-684E-C0F3-EB22-32830CEDA409}"/>
          </ac:spMkLst>
        </pc:spChg>
        <pc:spChg chg="add del mod">
          <ac:chgData name="Katarina Heüman Funch" userId="4c116d6fe25a2bfb" providerId="LiveId" clId="{7DF22670-5938-4D81-A7CB-381824D9E4E5}" dt="2026-06-16T20:46:57.136" v="995"/>
          <ac:spMkLst>
            <pc:docMk/>
            <pc:sldMk cId="1650080889" sldId="258"/>
            <ac:spMk id="4" creationId="{C05868CE-4E69-ECF1-A870-559907FA89A2}"/>
          </ac:spMkLst>
        </pc:spChg>
        <pc:spChg chg="add mod">
          <ac:chgData name="Katarina Heüman Funch" userId="4c116d6fe25a2bfb" providerId="LiveId" clId="{7DF22670-5938-4D81-A7CB-381824D9E4E5}" dt="2026-06-16T20:42:24.088" v="896"/>
          <ac:spMkLst>
            <pc:docMk/>
            <pc:sldMk cId="1650080889" sldId="258"/>
            <ac:spMk id="5" creationId="{F30FBEE8-457A-03C4-C26A-7985CC8F0028}"/>
          </ac:spMkLst>
        </pc:spChg>
        <pc:spChg chg="add mod">
          <ac:chgData name="Katarina Heüman Funch" userId="4c116d6fe25a2bfb" providerId="LiveId" clId="{7DF22670-5938-4D81-A7CB-381824D9E4E5}" dt="2026-06-16T20:45:56.559" v="949"/>
          <ac:spMkLst>
            <pc:docMk/>
            <pc:sldMk cId="1650080889" sldId="258"/>
            <ac:spMk id="6" creationId="{E18E92A2-1C75-23AF-B966-42C92139A136}"/>
          </ac:spMkLst>
        </pc:spChg>
        <pc:spChg chg="add mod">
          <ac:chgData name="Katarina Heüman Funch" userId="4c116d6fe25a2bfb" providerId="LiveId" clId="{7DF22670-5938-4D81-A7CB-381824D9E4E5}" dt="2026-06-16T20:47:08.025" v="996" actId="20577"/>
          <ac:spMkLst>
            <pc:docMk/>
            <pc:sldMk cId="1650080889" sldId="258"/>
            <ac:spMk id="7" creationId="{E5D61E61-1D06-B017-6D1C-E179CECED51D}"/>
          </ac:spMkLst>
        </pc:spChg>
      </pc:sldChg>
      <pc:sldChg chg="addSp delSp modSp new mod">
        <pc:chgData name="Katarina Heüman Funch" userId="4c116d6fe25a2bfb" providerId="LiveId" clId="{7DF22670-5938-4D81-A7CB-381824D9E4E5}" dt="2026-06-16T21:05:05.891" v="1670" actId="20577"/>
        <pc:sldMkLst>
          <pc:docMk/>
          <pc:sldMk cId="4095286617" sldId="259"/>
        </pc:sldMkLst>
        <pc:spChg chg="mod">
          <ac:chgData name="Katarina Heüman Funch" userId="4c116d6fe25a2bfb" providerId="LiveId" clId="{7DF22670-5938-4D81-A7CB-381824D9E4E5}" dt="2026-06-16T20:48:46.317" v="1017" actId="790"/>
          <ac:spMkLst>
            <pc:docMk/>
            <pc:sldMk cId="4095286617" sldId="259"/>
            <ac:spMk id="2" creationId="{59C0F5B2-B31D-244F-666B-02E3F70A2FB2}"/>
          </ac:spMkLst>
        </pc:spChg>
        <pc:spChg chg="mod">
          <ac:chgData name="Katarina Heüman Funch" userId="4c116d6fe25a2bfb" providerId="LiveId" clId="{7DF22670-5938-4D81-A7CB-381824D9E4E5}" dt="2026-06-16T21:05:05.891" v="1670" actId="20577"/>
          <ac:spMkLst>
            <pc:docMk/>
            <pc:sldMk cId="4095286617" sldId="259"/>
            <ac:spMk id="3" creationId="{12ED665D-931B-5EC3-47F3-B4D68ED75BFF}"/>
          </ac:spMkLst>
        </pc:spChg>
        <pc:spChg chg="del mod">
          <ac:chgData name="Katarina Heüman Funch" userId="4c116d6fe25a2bfb" providerId="LiveId" clId="{7DF22670-5938-4D81-A7CB-381824D9E4E5}" dt="2026-06-16T20:49:20.402" v="1018" actId="478"/>
          <ac:spMkLst>
            <pc:docMk/>
            <pc:sldMk cId="4095286617" sldId="259"/>
            <ac:spMk id="4" creationId="{A86C04EA-B299-601F-36DF-8C999E152AE8}"/>
          </ac:spMkLst>
        </pc:spChg>
        <pc:spChg chg="add del">
          <ac:chgData name="Katarina Heüman Funch" userId="4c116d6fe25a2bfb" providerId="LiveId" clId="{7DF22670-5938-4D81-A7CB-381824D9E4E5}" dt="2026-06-16T20:49:36.161" v="1020" actId="478"/>
          <ac:spMkLst>
            <pc:docMk/>
            <pc:sldMk cId="4095286617" sldId="259"/>
            <ac:spMk id="5" creationId="{B7096EAC-CA44-E145-C8C4-D486ECA8636B}"/>
          </ac:spMkLst>
        </pc:spChg>
        <pc:spChg chg="add mod">
          <ac:chgData name="Katarina Heüman Funch" userId="4c116d6fe25a2bfb" providerId="LiveId" clId="{7DF22670-5938-4D81-A7CB-381824D9E4E5}" dt="2026-06-16T20:52:06.631" v="1047" actId="207"/>
          <ac:spMkLst>
            <pc:docMk/>
            <pc:sldMk cId="4095286617" sldId="259"/>
            <ac:spMk id="6" creationId="{6B322BCA-D15E-F258-E573-2D32A1A87165}"/>
          </ac:spMkLst>
        </pc:spChg>
        <pc:spChg chg="add del mod">
          <ac:chgData name="Katarina Heüman Funch" userId="4c116d6fe25a2bfb" providerId="LiveId" clId="{7DF22670-5938-4D81-A7CB-381824D9E4E5}" dt="2026-06-16T20:52:21.300" v="1051" actId="478"/>
          <ac:spMkLst>
            <pc:docMk/>
            <pc:sldMk cId="4095286617" sldId="259"/>
            <ac:spMk id="8" creationId="{6F8E7B80-A72C-A0FD-C384-D5F7994F54E3}"/>
          </ac:spMkLst>
        </pc:spChg>
        <pc:spChg chg="add del mod">
          <ac:chgData name="Katarina Heüman Funch" userId="4c116d6fe25a2bfb" providerId="LiveId" clId="{7DF22670-5938-4D81-A7CB-381824D9E4E5}" dt="2026-06-16T20:52:17.099" v="1049" actId="478"/>
          <ac:spMkLst>
            <pc:docMk/>
            <pc:sldMk cId="4095286617" sldId="259"/>
            <ac:spMk id="10" creationId="{E95A7F68-616B-FC6F-FC39-286131A1C2B9}"/>
          </ac:spMkLst>
        </pc:spChg>
        <pc:spChg chg="add mod">
          <ac:chgData name="Katarina Heüman Funch" userId="4c116d6fe25a2bfb" providerId="LiveId" clId="{7DF22670-5938-4D81-A7CB-381824D9E4E5}" dt="2026-06-16T20:52:32.905" v="1060" actId="20577"/>
          <ac:spMkLst>
            <pc:docMk/>
            <pc:sldMk cId="4095286617" sldId="259"/>
            <ac:spMk id="12" creationId="{5E1D065B-1208-064B-3D78-657691F93426}"/>
          </ac:spMkLst>
        </pc:spChg>
        <pc:spChg chg="add mod">
          <ac:chgData name="Katarina Heüman Funch" userId="4c116d6fe25a2bfb" providerId="LiveId" clId="{7DF22670-5938-4D81-A7CB-381824D9E4E5}" dt="2026-06-16T20:52:39.945" v="1070" actId="20577"/>
          <ac:spMkLst>
            <pc:docMk/>
            <pc:sldMk cId="4095286617" sldId="259"/>
            <ac:spMk id="14" creationId="{E3C12B24-2AB8-C67B-5C55-372EC6EAB604}"/>
          </ac:spMkLst>
        </pc:spChg>
        <pc:cxnChg chg="add mod">
          <ac:chgData name="Katarina Heüman Funch" userId="4c116d6fe25a2bfb" providerId="LiveId" clId="{7DF22670-5938-4D81-A7CB-381824D9E4E5}" dt="2026-06-16T20:53:17.350" v="1079" actId="13822"/>
          <ac:cxnSpMkLst>
            <pc:docMk/>
            <pc:sldMk cId="4095286617" sldId="259"/>
            <ac:cxnSpMk id="16" creationId="{5E1E18CC-FC42-7763-CA21-550B4AEC7945}"/>
          </ac:cxnSpMkLst>
        </pc:cxnChg>
        <pc:cxnChg chg="add mod">
          <ac:chgData name="Katarina Heüman Funch" userId="4c116d6fe25a2bfb" providerId="LiveId" clId="{7DF22670-5938-4D81-A7CB-381824D9E4E5}" dt="2026-06-16T20:53:26.365" v="1081" actId="1076"/>
          <ac:cxnSpMkLst>
            <pc:docMk/>
            <pc:sldMk cId="4095286617" sldId="259"/>
            <ac:cxnSpMk id="18" creationId="{7AB5B467-3D86-74D0-1C1C-1AC5CDFCBC38}"/>
          </ac:cxnSpMkLst>
        </pc:cxnChg>
      </pc:sldChg>
      <pc:sldChg chg="modSp new mod">
        <pc:chgData name="Katarina Heüman Funch" userId="4c116d6fe25a2bfb" providerId="LiveId" clId="{7DF22670-5938-4D81-A7CB-381824D9E4E5}" dt="2026-06-16T21:14:48.079" v="1990" actId="20577"/>
        <pc:sldMkLst>
          <pc:docMk/>
          <pc:sldMk cId="160134776" sldId="260"/>
        </pc:sldMkLst>
        <pc:spChg chg="mod">
          <ac:chgData name="Katarina Heüman Funch" userId="4c116d6fe25a2bfb" providerId="LiveId" clId="{7DF22670-5938-4D81-A7CB-381824D9E4E5}" dt="2026-06-16T21:07:30.016" v="1751" actId="790"/>
          <ac:spMkLst>
            <pc:docMk/>
            <pc:sldMk cId="160134776" sldId="260"/>
            <ac:spMk id="2" creationId="{C63926DD-7E79-C97F-3D74-FA19ADEC0807}"/>
          </ac:spMkLst>
        </pc:spChg>
        <pc:spChg chg="mod">
          <ac:chgData name="Katarina Heüman Funch" userId="4c116d6fe25a2bfb" providerId="LiveId" clId="{7DF22670-5938-4D81-A7CB-381824D9E4E5}" dt="2026-06-16T21:14:48.079" v="1990" actId="20577"/>
          <ac:spMkLst>
            <pc:docMk/>
            <pc:sldMk cId="160134776" sldId="260"/>
            <ac:spMk id="3" creationId="{AC73C89D-4AEC-86C7-C92D-B698C9418E28}"/>
          </ac:spMkLst>
        </pc:spChg>
      </pc:sldChg>
      <pc:sldChg chg="modSp new mod">
        <pc:chgData name="Katarina Heüman Funch" userId="4c116d6fe25a2bfb" providerId="LiveId" clId="{7DF22670-5938-4D81-A7CB-381824D9E4E5}" dt="2026-06-16T21:15:46.317" v="2049" actId="20577"/>
        <pc:sldMkLst>
          <pc:docMk/>
          <pc:sldMk cId="1980791038" sldId="261"/>
        </pc:sldMkLst>
        <pc:spChg chg="mod">
          <ac:chgData name="Katarina Heüman Funch" userId="4c116d6fe25a2bfb" providerId="LiveId" clId="{7DF22670-5938-4D81-A7CB-381824D9E4E5}" dt="2026-06-16T21:15:39.427" v="2016" actId="20577"/>
          <ac:spMkLst>
            <pc:docMk/>
            <pc:sldMk cId="1980791038" sldId="261"/>
            <ac:spMk id="2" creationId="{5C10BD1F-078B-9D3C-BF22-DE547139368A}"/>
          </ac:spMkLst>
        </pc:spChg>
        <pc:spChg chg="mod">
          <ac:chgData name="Katarina Heüman Funch" userId="4c116d6fe25a2bfb" providerId="LiveId" clId="{7DF22670-5938-4D81-A7CB-381824D9E4E5}" dt="2026-06-16T21:15:46.317" v="2049" actId="20577"/>
          <ac:spMkLst>
            <pc:docMk/>
            <pc:sldMk cId="1980791038" sldId="261"/>
            <ac:spMk id="3" creationId="{FD11AEB0-D688-D764-7489-D07DDBF0AB1C}"/>
          </ac:spMkLst>
        </pc:spChg>
      </pc:sldChg>
      <pc:sldChg chg="modSp new mod">
        <pc:chgData name="Katarina Heüman Funch" userId="4c116d6fe25a2bfb" providerId="LiveId" clId="{7DF22670-5938-4D81-A7CB-381824D9E4E5}" dt="2026-06-16T21:17:16.399" v="2126" actId="20577"/>
        <pc:sldMkLst>
          <pc:docMk/>
          <pc:sldMk cId="1438723332" sldId="262"/>
        </pc:sldMkLst>
        <pc:spChg chg="mod">
          <ac:chgData name="Katarina Heüman Funch" userId="4c116d6fe25a2bfb" providerId="LiveId" clId="{7DF22670-5938-4D81-A7CB-381824D9E4E5}" dt="2026-06-16T21:16:53.373" v="2062" actId="20577"/>
          <ac:spMkLst>
            <pc:docMk/>
            <pc:sldMk cId="1438723332" sldId="262"/>
            <ac:spMk id="2" creationId="{BA2BD513-91F4-9B5C-2BE8-655BCD7349E2}"/>
          </ac:spMkLst>
        </pc:spChg>
        <pc:spChg chg="mod">
          <ac:chgData name="Katarina Heüman Funch" userId="4c116d6fe25a2bfb" providerId="LiveId" clId="{7DF22670-5938-4D81-A7CB-381824D9E4E5}" dt="2026-06-16T21:17:16.399" v="2126" actId="20577"/>
          <ac:spMkLst>
            <pc:docMk/>
            <pc:sldMk cId="1438723332" sldId="262"/>
            <ac:spMk id="3" creationId="{D43FE235-A5C9-BA67-C478-F4FC831052ED}"/>
          </ac:spMkLst>
        </pc:spChg>
      </pc:sldChg>
    </pc:docChg>
  </pc:docChgLst>
  <pc:docChgLst>
    <pc:chgData name="Caroline Pradel" userId="52f372f68d297903" providerId="LiveId" clId="{2230F7C4-67A3-4EE6-B08F-3ADFEC37D923}"/>
    <pc:docChg chg="custSel delSld modSld">
      <pc:chgData name="Caroline Pradel" userId="52f372f68d297903" providerId="LiveId" clId="{2230F7C4-67A3-4EE6-B08F-3ADFEC37D923}" dt="2026-06-17T13:57:09.292" v="540" actId="1582"/>
      <pc:docMkLst>
        <pc:docMk/>
      </pc:docMkLst>
      <pc:sldChg chg="addSp delSp modSp mod">
        <pc:chgData name="Caroline Pradel" userId="52f372f68d297903" providerId="LiveId" clId="{2230F7C4-67A3-4EE6-B08F-3ADFEC37D923}" dt="2026-06-17T13:57:09.292" v="540" actId="1582"/>
        <pc:sldMkLst>
          <pc:docMk/>
          <pc:sldMk cId="1650080889" sldId="258"/>
        </pc:sldMkLst>
        <pc:spChg chg="mod">
          <ac:chgData name="Caroline Pradel" userId="52f372f68d297903" providerId="LiveId" clId="{2230F7C4-67A3-4EE6-B08F-3ADFEC37D923}" dt="2026-06-17T13:48:32.880" v="439" actId="14100"/>
          <ac:spMkLst>
            <pc:docMk/>
            <pc:sldMk cId="1650080889" sldId="258"/>
            <ac:spMk id="3" creationId="{19EA37C2-684E-C0F3-EB22-32830CEDA409}"/>
          </ac:spMkLst>
        </pc:spChg>
        <pc:spChg chg="del">
          <ac:chgData name="Caroline Pradel" userId="52f372f68d297903" providerId="LiveId" clId="{2230F7C4-67A3-4EE6-B08F-3ADFEC37D923}" dt="2026-06-17T13:44:04.658" v="421" actId="478"/>
          <ac:spMkLst>
            <pc:docMk/>
            <pc:sldMk cId="1650080889" sldId="258"/>
            <ac:spMk id="7" creationId="{E5D61E61-1D06-B017-6D1C-E179CECED51D}"/>
          </ac:spMkLst>
        </pc:spChg>
        <pc:picChg chg="add del mod">
          <ac:chgData name="Caroline Pradel" userId="52f372f68d297903" providerId="LiveId" clId="{2230F7C4-67A3-4EE6-B08F-3ADFEC37D923}" dt="2026-06-17T13:54:55.349" v="532" actId="478"/>
          <ac:picMkLst>
            <pc:docMk/>
            <pc:sldMk cId="1650080889" sldId="258"/>
            <ac:picMk id="4" creationId="{3137EC1F-8ED5-E0A5-CB93-7CD77F6DD1C8}"/>
          </ac:picMkLst>
        </pc:picChg>
        <pc:picChg chg="add mod">
          <ac:chgData name="Caroline Pradel" userId="52f372f68d297903" providerId="LiveId" clId="{2230F7C4-67A3-4EE6-B08F-3ADFEC37D923}" dt="2026-06-17T13:57:09.292" v="540" actId="1582"/>
          <ac:picMkLst>
            <pc:docMk/>
            <pc:sldMk cId="1650080889" sldId="258"/>
            <ac:picMk id="5" creationId="{CAE4781C-BFA1-F9DA-E19F-76380C495126}"/>
          </ac:picMkLst>
        </pc:picChg>
      </pc:sldChg>
      <pc:sldChg chg="modSp mod">
        <pc:chgData name="Caroline Pradel" userId="52f372f68d297903" providerId="LiveId" clId="{2230F7C4-67A3-4EE6-B08F-3ADFEC37D923}" dt="2026-06-17T13:51:36.280" v="530" actId="20577"/>
        <pc:sldMkLst>
          <pc:docMk/>
          <pc:sldMk cId="160134776" sldId="260"/>
        </pc:sldMkLst>
        <pc:spChg chg="mod">
          <ac:chgData name="Caroline Pradel" userId="52f372f68d297903" providerId="LiveId" clId="{2230F7C4-67A3-4EE6-B08F-3ADFEC37D923}" dt="2026-06-17T13:51:36.280" v="530" actId="20577"/>
          <ac:spMkLst>
            <pc:docMk/>
            <pc:sldMk cId="160134776" sldId="260"/>
            <ac:spMk id="3" creationId="{AC73C89D-4AEC-86C7-C92D-B698C9418E28}"/>
          </ac:spMkLst>
        </pc:spChg>
      </pc:sldChg>
      <pc:sldChg chg="del">
        <pc:chgData name="Caroline Pradel" userId="52f372f68d297903" providerId="LiveId" clId="{2230F7C4-67A3-4EE6-B08F-3ADFEC37D923}" dt="2026-06-17T13:52:12.878" v="531" actId="2696"/>
        <pc:sldMkLst>
          <pc:docMk/>
          <pc:sldMk cId="1980791038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a-DK"/>
            </a:p>
          </p:txBody>
        </p:sp>
      </p:grpSp>
    </p:spTree>
    <p:extLst>
      <p:ext uri="{BB962C8B-B14F-4D97-AF65-F5344CB8AC3E}">
        <p14:creationId xmlns:p14="http://schemas.microsoft.com/office/powerpoint/2010/main" val="4241946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9568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094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1263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4276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092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513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9168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0425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3179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5398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6EFF5C7-0AED-406F-9BE7-8D732D5FB325}" type="datetimeFigureOut">
              <a:rPr lang="da-DK" smtClean="0"/>
              <a:t>17-06-2026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007B5C0-0906-4141-BBF6-1BD3B4B1C57B}" type="slidenum">
              <a:rPr lang="da-DK" smtClean="0"/>
              <a:t>‹nr.›</a:t>
            </a:fld>
            <a:endParaRPr lang="da-DK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4627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F1D01-0300-CDFF-72C0-92739D11B2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</a:rPr>
              <a:t>New and improved calendar app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DFEAB573-9AD6-AA60-2FBE-8DE7704D8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Sophia, Caroline &amp; Katarina</a:t>
            </a:r>
          </a:p>
        </p:txBody>
      </p:sp>
    </p:spTree>
    <p:extLst>
      <p:ext uri="{BB962C8B-B14F-4D97-AF65-F5344CB8AC3E}">
        <p14:creationId xmlns:p14="http://schemas.microsoft.com/office/powerpoint/2010/main" val="62145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C68E0F-0BBE-9762-A0AE-2A9598E4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</a:rPr>
              <a:t>Goals for the project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2ED15FC-7F24-B6C4-30B6-2E1675ED6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5999"/>
            <a:ext cx="9601200" cy="436734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Learn to code in Delphi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Get comfortable coding in a completely new programming language</a:t>
            </a:r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Sign in using a Microsoft account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Make the calendar connect with Microsoft directly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Retrieve</a:t>
            </a:r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 calendar information through Microsoft Graph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calendar with a quick and useful overview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Have the calendar give a detailed overview fast and easy</a:t>
            </a:r>
          </a:p>
          <a:p>
            <a:pPr>
              <a:lnSpc>
                <a:spcPct val="100000"/>
              </a:lnSpc>
            </a:pPr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Create and custom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ize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new events </a:t>
            </a:r>
          </a:p>
          <a:p>
            <a:pPr lvl="1">
              <a:lnSpc>
                <a:spcPct val="100000"/>
              </a:lnSpc>
            </a:pPr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Create new events within the app and customize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with symbols and categories</a:t>
            </a:r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55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BC462-AA17-4BF1-0D02-D0C40162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EA37C2-684E-C0F3-EB22-32830CEDA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731" y="1707711"/>
            <a:ext cx="5145385" cy="5004366"/>
          </a:xfrm>
        </p:spPr>
        <p:txBody>
          <a:bodyPr/>
          <a:lstStyle/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Everything is made in Delphi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Quick GUI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JavaFX</a:t>
            </a:r>
          </a:p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Microsoft Graph API</a:t>
            </a:r>
          </a:p>
          <a:p>
            <a:pPr lvl="1"/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Fx</a:t>
            </a:r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 Calendars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.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ReadWrite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User.Read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Study accounts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Ini File to save information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Simplifying user experience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Customizing appearance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530352" lvl="1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Billede 4" descr="Åbn billede">
            <a:extLst>
              <a:ext uri="{FF2B5EF4-FFF2-40B4-BE49-F238E27FC236}">
                <a16:creationId xmlns:a16="http://schemas.microsoft.com/office/drawing/2014/main" id="{CAE4781C-BFA1-F9DA-E19F-76380C495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443" y="1707711"/>
            <a:ext cx="6096000" cy="356235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0080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C0F5B2-B31D-244F-666B-02E3F70A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noProof="0" dirty="0">
                <a:solidFill>
                  <a:schemeClr val="tx2">
                    <a:lumMod val="50000"/>
                  </a:schemeClr>
                </a:solidFill>
              </a:rPr>
              <a:t>Implementation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2ED665D-931B-5EC3-47F3-B4D68ED75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2476" y="685800"/>
            <a:ext cx="5335089" cy="5175250"/>
          </a:xfrm>
        </p:spPr>
        <p:txBody>
          <a:bodyPr/>
          <a:lstStyle/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Started by brainstorming ideas</a:t>
            </a: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What is our idea of a perfect calendar?</a:t>
            </a: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Which features do we like?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Then we designed the visuals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type of layout looks the best?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Which colors do we prefer?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gives the best overview while not compromising the appearance?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Finally, we implemented all the features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Which features give the best user experience?</a:t>
            </a:r>
          </a:p>
          <a:p>
            <a:pPr lvl="1"/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What do we feel like is missing in our everyday calendar?</a:t>
            </a:r>
          </a:p>
          <a:p>
            <a:pPr lvl="1"/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B322BCA-D15E-F258-E573-2D32A1A87165}"/>
              </a:ext>
            </a:extLst>
          </p:cNvPr>
          <p:cNvSpPr/>
          <p:nvPr/>
        </p:nvSpPr>
        <p:spPr>
          <a:xfrm>
            <a:off x="287383" y="2934789"/>
            <a:ext cx="1080000" cy="1080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Brainstorm</a:t>
            </a: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5E1D065B-1208-064B-3D78-657691F93426}"/>
              </a:ext>
            </a:extLst>
          </p:cNvPr>
          <p:cNvSpPr/>
          <p:nvPr/>
        </p:nvSpPr>
        <p:spPr>
          <a:xfrm>
            <a:off x="2111760" y="2934789"/>
            <a:ext cx="1080000" cy="1080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Design</a:t>
            </a: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E3C12B24-2AB8-C67B-5C55-372EC6EAB604}"/>
              </a:ext>
            </a:extLst>
          </p:cNvPr>
          <p:cNvSpPr/>
          <p:nvPr/>
        </p:nvSpPr>
        <p:spPr>
          <a:xfrm>
            <a:off x="3936137" y="2934789"/>
            <a:ext cx="1080000" cy="1080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2">
                    <a:lumMod val="50000"/>
                  </a:schemeClr>
                </a:solidFill>
              </a:rPr>
              <a:t>Features</a:t>
            </a:r>
          </a:p>
        </p:txBody>
      </p:sp>
      <p:cxnSp>
        <p:nvCxnSpPr>
          <p:cNvPr id="16" name="Lige pilforbindelse 15">
            <a:extLst>
              <a:ext uri="{FF2B5EF4-FFF2-40B4-BE49-F238E27FC236}">
                <a16:creationId xmlns:a16="http://schemas.microsoft.com/office/drawing/2014/main" id="{5E1E18CC-FC42-7763-CA21-550B4AEC7945}"/>
              </a:ext>
            </a:extLst>
          </p:cNvPr>
          <p:cNvCxnSpPr>
            <a:cxnSpLocks/>
          </p:cNvCxnSpPr>
          <p:nvPr/>
        </p:nvCxnSpPr>
        <p:spPr>
          <a:xfrm>
            <a:off x="1480457" y="3474789"/>
            <a:ext cx="5050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7AB5B467-3D86-74D0-1C1C-1AC5CDFCBC38}"/>
              </a:ext>
            </a:extLst>
          </p:cNvPr>
          <p:cNvCxnSpPr>
            <a:cxnSpLocks/>
          </p:cNvCxnSpPr>
          <p:nvPr/>
        </p:nvCxnSpPr>
        <p:spPr>
          <a:xfrm>
            <a:off x="3304903" y="3470504"/>
            <a:ext cx="5050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286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3926DD-7E79-C97F-3D74-FA19ADEC0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50000"/>
                  </a:schemeClr>
                </a:solidFill>
              </a:rPr>
              <a:t>Tests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C73C89D-4AEC-86C7-C92D-B698C9418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User tests</a:t>
            </a: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What do people in our lives think about the calendar?</a:t>
            </a:r>
          </a:p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Customer test</a:t>
            </a: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What does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potential customer think about the calendar?</a:t>
            </a:r>
          </a:p>
          <a:p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Unit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testing</a:t>
            </a:r>
          </a:p>
          <a:p>
            <a:pPr lvl="1"/>
            <a:r>
              <a:rPr lang="en-US" noProof="0" dirty="0">
                <a:solidFill>
                  <a:schemeClr val="tx2">
                    <a:lumMod val="75000"/>
                  </a:schemeClr>
                </a:solidFill>
              </a:rPr>
              <a:t>Testi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ng the procedures and functions directly in the code</a:t>
            </a:r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US" noProof="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3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2BD513-91F4-9B5C-2BE8-655BCD734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solidFill>
                  <a:schemeClr val="tx2">
                    <a:lumMod val="50000"/>
                  </a:schemeClr>
                </a:solidFill>
              </a:rPr>
              <a:t>Conclusion</a:t>
            </a:r>
            <a:endParaRPr lang="da-DK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D43FE235-A5C9-BA67-C478-F4FC83105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>
                <a:solidFill>
                  <a:schemeClr val="tx2">
                    <a:lumMod val="75000"/>
                  </a:schemeClr>
                </a:solidFill>
              </a:rPr>
              <a:t>10/10 kalender</a:t>
            </a:r>
          </a:p>
          <a:p>
            <a:r>
              <a:rPr lang="da-DK" dirty="0">
                <a:solidFill>
                  <a:schemeClr val="tx2">
                    <a:lumMod val="75000"/>
                  </a:schemeClr>
                </a:solidFill>
              </a:rPr>
              <a:t>Tak for i aften</a:t>
            </a:r>
          </a:p>
          <a:p>
            <a:r>
              <a:rPr lang="da-DK" dirty="0">
                <a:solidFill>
                  <a:schemeClr val="tx2">
                    <a:lumMod val="75000"/>
                  </a:schemeClr>
                </a:solidFill>
              </a:rPr>
              <a:t>Godnat og sov godt</a:t>
            </a:r>
          </a:p>
        </p:txBody>
      </p:sp>
    </p:spTree>
    <p:extLst>
      <p:ext uri="{BB962C8B-B14F-4D97-AF65-F5344CB8AC3E}">
        <p14:creationId xmlns:p14="http://schemas.microsoft.com/office/powerpoint/2010/main" val="1438723332"/>
      </p:ext>
    </p:extLst>
  </p:cSld>
  <p:clrMapOvr>
    <a:masterClrMapping/>
  </p:clrMapOvr>
</p:sld>
</file>

<file path=ppt/theme/theme1.xml><?xml version="1.0" encoding="utf-8"?>
<a:theme xmlns:a="http://schemas.openxmlformats.org/drawingml/2006/main" name="Beskæring">
  <a:themeElements>
    <a:clrScheme name="Honeydew">
      <a:dk1>
        <a:srgbClr val="000000"/>
      </a:dk1>
      <a:lt1>
        <a:srgbClr val="FFFFFF"/>
      </a:lt1>
      <a:dk2>
        <a:srgbClr val="B9FFB9"/>
      </a:dk2>
      <a:lt2>
        <a:srgbClr val="F0FFF0"/>
      </a:lt2>
      <a:accent1>
        <a:srgbClr val="F0FFF0"/>
      </a:accent1>
      <a:accent2>
        <a:srgbClr val="DDFFDD"/>
      </a:accent2>
      <a:accent3>
        <a:srgbClr val="C5FFC5"/>
      </a:accent3>
      <a:accent4>
        <a:srgbClr val="B7FFB7"/>
      </a:accent4>
      <a:accent5>
        <a:srgbClr val="A7FFA7"/>
      </a:accent5>
      <a:accent6>
        <a:srgbClr val="8BFF8B"/>
      </a:accent6>
      <a:hlink>
        <a:srgbClr val="75FF75"/>
      </a:hlink>
      <a:folHlink>
        <a:srgbClr val="43FF43"/>
      </a:folHlink>
    </a:clrScheme>
    <a:fontScheme name="Beskæring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eskæring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TM10001105[[fn=Beskæring]]</Template>
  <TotalTime>492</TotalTime>
  <Words>242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1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8" baseType="lpstr">
      <vt:lpstr>Franklin Gothic Book</vt:lpstr>
      <vt:lpstr>Beskæring</vt:lpstr>
      <vt:lpstr>New and improved calendar app</vt:lpstr>
      <vt:lpstr>Goals for the project</vt:lpstr>
      <vt:lpstr>Design</vt:lpstr>
      <vt:lpstr>Implementation</vt:lpstr>
      <vt:lpstr>Tests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Katarina Heüman Funch</dc:creator>
  <cp:lastModifiedBy>Caroline Pradel</cp:lastModifiedBy>
  <cp:revision>1</cp:revision>
  <dcterms:created xsi:type="dcterms:W3CDTF">2026-06-16T20:09:32Z</dcterms:created>
  <dcterms:modified xsi:type="dcterms:W3CDTF">2026-06-17T13:57:09Z</dcterms:modified>
</cp:coreProperties>
</file>
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arina Heüman Funch" userId="4c116d6fe25a2bfb" providerId="LiveId" clId="{7DF22670-5938-4D81-A7CB-381824D9E4E5}"/>
    <pc:docChg chg="undo custSel addSld delSld modSld">
      <pc:chgData name="Katarina Heüman Funch" userId="4c116d6fe25a2bfb" providerId="LiveId" clId="{7DF22670-5938-4D81-A7CB-381824D9E4E5}" dt="2026-06-18T19:46:20.992" v="2639" actId="27636"/>
      <pc:docMkLst>
        <pc:docMk/>
      </pc:docMkLst>
      <pc:sldChg chg="modSp mod">
        <pc:chgData name="Katarina Heüman Funch" userId="4c116d6fe25a2bfb" providerId="LiveId" clId="{7DF22670-5938-4D81-A7CB-381824D9E4E5}" dt="2026-06-16T20:40:02.504" v="875" actId="207"/>
        <pc:sldMkLst>
          <pc:docMk/>
          <pc:sldMk cId="621453492" sldId="256"/>
        </pc:sldMkLst>
        <pc:spChg chg="mod">
          <ac:chgData name="Katarina Heüman Funch" userId="4c116d6fe25a2bfb" providerId="LiveId" clId="{7DF22670-5938-4D81-A7CB-381824D9E4E5}" dt="2026-06-16T20:39:54.820" v="874" actId="207"/>
          <ac:spMkLst>
            <pc:docMk/>
            <pc:sldMk cId="621453492" sldId="256"/>
            <ac:spMk id="2" creationId="{9D9F1D01-0300-CDFF-72C0-92739D11B2F0}"/>
          </ac:spMkLst>
        </pc:spChg>
        <pc:spChg chg="mod">
          <ac:chgData name="Katarina Heüman Funch" userId="4c116d6fe25a2bfb" providerId="LiveId" clId="{7DF22670-5938-4D81-A7CB-381824D9E4E5}" dt="2026-06-16T20:40:02.504" v="875" actId="207"/>
          <ac:spMkLst>
            <pc:docMk/>
            <pc:sldMk cId="621453492" sldId="256"/>
            <ac:spMk id="3" creationId="{DFEAB573-9AD6-AA60-2FBE-8DE7704D88D0}"/>
          </ac:spMkLst>
        </pc:spChg>
      </pc:sldChg>
      <pc:sldChg chg="modSp new mod">
        <pc:chgData name="Katarina Heüman Funch" userId="4c116d6fe25a2bfb" providerId="LiveId" clId="{7DF22670-5938-4D81-A7CB-381824D9E4E5}" dt="2026-06-16T20:43:37.952" v="911" actId="12"/>
        <pc:sldMkLst>
          <pc:docMk/>
          <pc:sldMk cId="4257554591" sldId="257"/>
        </pc:sldMkLst>
        <pc:spChg chg="mod">
          <ac:chgData name="Katarina Heüman Funch" userId="4c116d6fe25a2bfb" providerId="LiveId" clId="{7DF22670-5938-4D81-A7CB-381824D9E4E5}" dt="2026-06-16T20:40:10.036" v="876" actId="207"/>
          <ac:spMkLst>
            <pc:docMk/>
            <pc:sldMk cId="4257554591" sldId="257"/>
            <ac:spMk id="2" creationId="{9BC68E0F-0BBE-9762-A0AE-2A9598E41AF8}"/>
          </ac:spMkLst>
        </pc:spChg>
        <pc:spChg chg="mod">
          <ac:chgData name="Katarina Heüman Funch" userId="4c116d6fe25a2bfb" providerId="LiveId" clId="{7DF22670-5938-4D81-A7CB-381824D9E4E5}" dt="2026-06-16T20:43:37.952" v="911" actId="12"/>
          <ac:spMkLst>
            <pc:docMk/>
            <pc:sldMk cId="4257554591" sldId="257"/>
            <ac:spMk id="3" creationId="{C2ED15FC-7F24-B6C4-30B6-2E1675ED664B}"/>
          </ac:spMkLst>
        </pc:spChg>
      </pc:sldChg>
      <pc:sldChg chg="addSp delSp modSp new mod">
        <pc:chgData name="Katarina Heüman Funch" userId="4c116d6fe25a2bfb" providerId="LiveId" clId="{7DF22670-5938-4D81-A7CB-381824D9E4E5}" dt="2026-06-16T20:47:08.025" v="996" actId="20577"/>
        <pc:sldMkLst>
          <pc:docMk/>
          <pc:sldMk cId="1650080889" sldId="258"/>
        </pc:sldMkLst>
        <pc:spChg chg="mod">
          <ac:chgData name="Katarina Heüman Funch" userId="4c116d6fe25a2bfb" providerId="LiveId" clId="{7DF22670-5938-4D81-A7CB-381824D9E4E5}" dt="2026-06-16T20:46:12.736" v="961" actId="790"/>
          <ac:spMkLst>
            <pc:docMk/>
            <pc:sldMk cId="1650080889" sldId="258"/>
            <ac:spMk id="2" creationId="{3A3BC462-AA17-4BF1-0D02-D0C40162A49D}"/>
          </ac:spMkLst>
        </pc:spChg>
        <pc:spChg chg="mod">
          <ac:chgData name="Katarina Heüman Funch" userId="4c116d6fe25a2bfb" providerId="LiveId" clId="{7DF22670-5938-4D81-A7CB-381824D9E4E5}" dt="2026-06-16T20:46:25.321" v="994" actId="20577"/>
          <ac:spMkLst>
            <pc:docMk/>
            <pc:sldMk cId="1650080889" sldId="258"/>
            <ac:spMk id="3" creationId="{19EA37C2-684E-C0F3-EB22-32830CEDA409}"/>
          </ac:spMkLst>
        </pc:spChg>
      </pc:sldChg>
      <pc:sldChg chg="addSp delSp modSp new mod">
        <pc:chgData name="Katarina Heüman Funch" userId="4c116d6fe25a2bfb" providerId="LiveId" clId="{7DF22670-5938-4D81-A7CB-381824D9E4E5}" dt="2026-06-16T21:05:05.891" v="1670" actId="20577"/>
        <pc:sldMkLst>
          <pc:docMk/>
          <pc:sldMk cId="4095286617" sldId="259"/>
        </pc:sldMkLst>
        <pc:spChg chg="mod">
          <ac:chgData name="Katarina Heüman Funch" userId="4c116d6fe25a2bfb" providerId="LiveId" clId="{7DF22670-5938-4D81-A7CB-381824D9E4E5}" dt="2026-06-16T20:48:46.317" v="1017" actId="790"/>
          <ac:spMkLst>
            <pc:docMk/>
            <pc:sldMk cId="4095286617" sldId="259"/>
            <ac:spMk id="2" creationId="{59C0F5B2-B31D-244F-666B-02E3F70A2FB2}"/>
          </ac:spMkLst>
        </pc:spChg>
        <pc:spChg chg="mod">
          <ac:chgData name="Katarina Heüman Funch" userId="4c116d6fe25a2bfb" providerId="LiveId" clId="{7DF22670-5938-4D81-A7CB-381824D9E4E5}" dt="2026-06-16T21:05:05.891" v="1670" actId="20577"/>
          <ac:spMkLst>
            <pc:docMk/>
            <pc:sldMk cId="4095286617" sldId="259"/>
            <ac:spMk id="3" creationId="{12ED665D-931B-5EC3-47F3-B4D68ED75BFF}"/>
          </ac:spMkLst>
        </pc:spChg>
        <pc:spChg chg="add mod">
          <ac:chgData name="Katarina Heüman Funch" userId="4c116d6fe25a2bfb" providerId="LiveId" clId="{7DF22670-5938-4D81-A7CB-381824D9E4E5}" dt="2026-06-16T20:52:06.631" v="1047" actId="207"/>
          <ac:spMkLst>
            <pc:docMk/>
            <pc:sldMk cId="4095286617" sldId="259"/>
            <ac:spMk id="6" creationId="{6B322BCA-D15E-F258-E573-2D32A1A87165}"/>
          </ac:spMkLst>
        </pc:spChg>
        <pc:spChg chg="add mod">
          <ac:chgData name="Katarina Heüman Funch" userId="4c116d6fe25a2bfb" providerId="LiveId" clId="{7DF22670-5938-4D81-A7CB-381824D9E4E5}" dt="2026-06-16T20:52:32.905" v="1060" actId="20577"/>
          <ac:spMkLst>
            <pc:docMk/>
            <pc:sldMk cId="4095286617" sldId="259"/>
            <ac:spMk id="12" creationId="{5E1D065B-1208-064B-3D78-657691F93426}"/>
          </ac:spMkLst>
        </pc:spChg>
        <pc:spChg chg="add mod">
          <ac:chgData name="Katarina Heüman Funch" userId="4c116d6fe25a2bfb" providerId="LiveId" clId="{7DF22670-5938-4D81-A7CB-381824D9E4E5}" dt="2026-06-16T20:52:39.945" v="1070" actId="20577"/>
          <ac:spMkLst>
            <pc:docMk/>
            <pc:sldMk cId="4095286617" sldId="259"/>
            <ac:spMk id="14" creationId="{E3C12B24-2AB8-C67B-5C55-372EC6EAB604}"/>
          </ac:spMkLst>
        </pc:spChg>
        <pc:cxnChg chg="add mod">
          <ac:chgData name="Katarina Heüman Funch" userId="4c116d6fe25a2bfb" providerId="LiveId" clId="{7DF22670-5938-4D81-A7CB-381824D9E4E5}" dt="2026-06-16T20:53:17.350" v="1079" actId="13822"/>
          <ac:cxnSpMkLst>
            <pc:docMk/>
            <pc:sldMk cId="4095286617" sldId="259"/>
            <ac:cxnSpMk id="16" creationId="{5E1E18CC-FC42-7763-CA21-550B4AEC7945}"/>
          </ac:cxnSpMkLst>
        </pc:cxnChg>
        <pc:cxnChg chg="add mod">
          <ac:chgData name="Katarina Heüman Funch" userId="4c116d6fe25a2bfb" providerId="LiveId" clId="{7DF22670-5938-4D81-A7CB-381824D9E4E5}" dt="2026-06-16T20:53:26.365" v="1081" actId="1076"/>
          <ac:cxnSpMkLst>
            <pc:docMk/>
            <pc:sldMk cId="4095286617" sldId="259"/>
            <ac:cxnSpMk id="18" creationId="{7AB5B467-3D86-74D0-1C1C-1AC5CDFCBC38}"/>
          </ac:cxnSpMkLst>
        </pc:cxnChg>
      </pc:sldChg>
      <pc:sldChg chg="modSp new mod">
        <pc:chgData name="Katarina Heüman Funch" userId="4c116d6fe25a2bfb" providerId="LiveId" clId="{7DF22670-5938-4D81-A7CB-381824D9E4E5}" dt="2026-06-16T21:14:48.079" v="1990" actId="20577"/>
        <pc:sldMkLst>
          <pc:docMk/>
          <pc:sldMk cId="160134776" sldId="260"/>
        </pc:sldMkLst>
        <pc:spChg chg="mod">
          <ac:chgData name="Katarina Heüman Funch" userId="4c116d6fe25a2bfb" providerId="LiveId" clId="{7DF22670-5938-4D81-A7CB-381824D9E4E5}" dt="2026-06-16T21:07:30.016" v="1751" actId="790"/>
          <ac:spMkLst>
            <pc:docMk/>
            <pc:sldMk cId="160134776" sldId="260"/>
            <ac:spMk id="2" creationId="{C63926DD-7E79-C97F-3D74-FA19ADEC0807}"/>
          </ac:spMkLst>
        </pc:spChg>
        <pc:spChg chg="mod">
          <ac:chgData name="Katarina Heüman Funch" userId="4c116d6fe25a2bfb" providerId="LiveId" clId="{7DF22670-5938-4D81-A7CB-381824D9E4E5}" dt="2026-06-16T21:14:48.079" v="1990" actId="20577"/>
          <ac:spMkLst>
            <pc:docMk/>
            <pc:sldMk cId="160134776" sldId="260"/>
            <ac:spMk id="3" creationId="{AC73C89D-4AEC-86C7-C92D-B698C9418E28}"/>
          </ac:spMkLst>
        </pc:spChg>
      </pc:sldChg>
      <pc:sldChg chg="modSp new del mod">
        <pc:chgData name="Katarina Heüman Funch" userId="4c116d6fe25a2bfb" providerId="LiveId" clId="{7DF22670-5938-4D81-A7CB-381824D9E4E5}" dt="2026-06-18T19:39:43.455" v="2360" actId="2696"/>
        <pc:sldMkLst>
          <pc:docMk/>
          <pc:sldMk cId="1438723332" sldId="262"/>
        </pc:sldMkLst>
      </pc:sldChg>
      <pc:sldChg chg="modSp new mod">
        <pc:chgData name="Katarina Heüman Funch" userId="4c116d6fe25a2bfb" providerId="LiveId" clId="{7DF22670-5938-4D81-A7CB-381824D9E4E5}" dt="2026-06-18T19:46:20.992" v="2639" actId="27636"/>
        <pc:sldMkLst>
          <pc:docMk/>
          <pc:sldMk cId="2024636785" sldId="263"/>
        </pc:sldMkLst>
        <pc:spChg chg="mod">
          <ac:chgData name="Katarina Heüman Funch" userId="4c116d6fe25a2bfb" providerId="LiveId" clId="{7DF22670-5938-4D81-A7CB-381824D9E4E5}" dt="2026-06-18T19:32:41.021" v="2171" actId="20577"/>
          <ac:spMkLst>
            <pc:docMk/>
            <pc:sldMk cId="2024636785" sldId="263"/>
            <ac:spMk id="2" creationId="{3A6121CA-ACE8-81F4-DA3C-052FD929A4CF}"/>
          </ac:spMkLst>
        </pc:spChg>
        <pc:spChg chg="mod">
          <ac:chgData name="Katarina Heüman Funch" userId="4c116d6fe25a2bfb" providerId="LiveId" clId="{7DF22670-5938-4D81-A7CB-381824D9E4E5}" dt="2026-06-18T19:35:13.344" v="2277" actId="1076"/>
          <ac:spMkLst>
            <pc:docMk/>
            <pc:sldMk cId="2024636785" sldId="263"/>
            <ac:spMk id="3" creationId="{20E06AD4-152A-1108-03A3-BCE65C2D499C}"/>
          </ac:spMkLst>
        </pc:spChg>
        <pc:spChg chg="mod">
          <ac:chgData name="Katarina Heüman Funch" userId="4c116d6fe25a2bfb" providerId="LiveId" clId="{7DF22670-5938-4D81-A7CB-381824D9E4E5}" dt="2026-06-18T19:46:20.989" v="2638" actId="27636"/>
          <ac:spMkLst>
            <pc:docMk/>
            <pc:sldMk cId="2024636785" sldId="263"/>
            <ac:spMk id="4" creationId="{478F1E19-7F41-8F22-9ACA-8BEA6DEA3828}"/>
          </ac:spMkLst>
        </pc:spChg>
        <pc:spChg chg="mod">
          <ac:chgData name="Katarina Heüman Funch" userId="4c116d6fe25a2bfb" providerId="LiveId" clId="{7DF22670-5938-4D81-A7CB-381824D9E4E5}" dt="2026-06-18T19:34:31.019" v="2257" actId="1076"/>
          <ac:spMkLst>
            <pc:docMk/>
            <pc:sldMk cId="2024636785" sldId="263"/>
            <ac:spMk id="5" creationId="{CEAF2EA9-B1A3-F20D-386A-C7ECC47AE935}"/>
          </ac:spMkLst>
        </pc:spChg>
        <pc:spChg chg="mod">
          <ac:chgData name="Katarina Heüman Funch" userId="4c116d6fe25a2bfb" providerId="LiveId" clId="{7DF22670-5938-4D81-A7CB-381824D9E4E5}" dt="2026-06-18T19:46:20.992" v="2639" actId="27636"/>
          <ac:spMkLst>
            <pc:docMk/>
            <pc:sldMk cId="2024636785" sldId="263"/>
            <ac:spMk id="6" creationId="{D2966EF4-CD53-8A5C-43CA-9A9158633BE7}"/>
          </ac:spMkLst>
        </pc:spChg>
      </pc:sldChg>
    </pc:docChg>
  </pc:docChgLst>
  <pc:docChgLst>
    <pc:chgData name="Caroline Pradel" userId="52f372f68d297903" providerId="LiveId" clId="{2230F7C4-67A3-4EE6-B08F-3ADFEC37D923}"/>
    <pc:docChg chg="custSel delSld modSld">
      <pc:chgData name="Caroline Pradel" userId="52f372f68d297903" providerId="LiveId" clId="{2230F7C4-67A3-4EE6-B08F-3ADFEC37D923}" dt="2026-06-17T13:57:09.292" v="540" actId="1582"/>
      <pc:docMkLst>
        <pc:docMk/>
      </pc:docMkLst>
      <pc:sldChg chg="addSp delSp modSp mod">
        <pc:chgData name="Caroline Pradel" userId="52f372f68d297903" providerId="LiveId" clId="{2230F7C4-67A3-4EE6-B08F-3ADFEC37D923}" dt="2026-06-17T13:57:09.292" v="540" actId="1582"/>
        <pc:sldMkLst>
          <pc:docMk/>
          <pc:sldMk cId="1650080889" sldId="258"/>
        </pc:sldMkLst>
        <pc:spChg chg="mod">
          <ac:chgData name="Caroline Pradel" userId="52f372f68d297903" providerId="LiveId" clId="{2230F7C4-67A3-4EE6-B08F-3ADFEC37D923}" dt="2026-06-17T13:48:32.880" v="439" actId="14100"/>
          <ac:spMkLst>
            <pc:docMk/>
            <pc:sldMk cId="1650080889" sldId="258"/>
            <ac:spMk id="3" creationId="{19EA37C2-684E-C0F3-EB22-32830CEDA409}"/>
          </ac:spMkLst>
        </pc:spChg>
        <pc:spChg chg="del">
          <ac:chgData name="Caroline Pradel" userId="52f372f68d297903" providerId="LiveId" clId="{2230F7C4-67A3-4EE6-B08F-3ADFEC37D923}" dt="2026-06-17T13:44:04.658" v="421" actId="478"/>
          <ac:spMkLst>
            <pc:docMk/>
            <pc:sldMk cId="1650080889" sldId="258"/>
            <ac:spMk id="7" creationId="{E5D61E61-1D06-B017-6D1C-E179CECED51D}"/>
          </ac:spMkLst>
        </pc:spChg>
        <pc:picChg chg="add del mod">
          <ac:chgData name="Caroline Pradel" userId="52f372f68d297903" providerId="LiveId" clId="{2230F7C4-67A3-4EE6-B08F-3ADFEC37D923}" dt="2026-06-17T13:54:55.349" v="532" actId="478"/>
          <ac:picMkLst>
            <pc:docMk/>
            <pc:sldMk cId="1650080889" sldId="258"/>
            <ac:picMk id="4" creationId="{3137EC1F-8ED5-E0A5-CB93-7CD77F6DD1C8}"/>
          </ac:picMkLst>
        </pc:picChg>
        <pc:picChg chg="add mod">
          <ac:chgData name="Caroline Pradel" userId="52f372f68d297903" providerId="LiveId" clId="{2230F7C4-67A3-4EE6-B08F-3ADFEC37D923}" dt="2026-06-17T13:57:09.292" v="540" actId="1582"/>
          <ac:picMkLst>
            <pc:docMk/>
            <pc:sldMk cId="1650080889" sldId="258"/>
            <ac:picMk id="5" creationId="{CAE4781C-BFA1-F9DA-E19F-76380C495126}"/>
          </ac:picMkLst>
        </pc:picChg>
      </pc:sldChg>
      <pc:sldChg chg="modSp mod">
        <pc:chgData name="Caroline Pradel" userId="52f372f68d297903" providerId="LiveId" clId="{2230F7C4-67A3-4EE6-B08F-3ADFEC37D923}" dt="2026-06-17T13:51:36.280" v="530" actId="20577"/>
        <pc:sldMkLst>
          <pc:docMk/>
          <pc:sldMk cId="160134776" sldId="260"/>
        </pc:sldMkLst>
        <pc:spChg chg="mod">
          <ac:chgData name="Caroline Pradel" userId="52f372f68d297903" providerId="LiveId" clId="{2230F7C4-67A3-4EE6-B08F-3ADFEC37D923}" dt="2026-06-17T13:51:36.280" v="530" actId="20577"/>
          <ac:spMkLst>
            <pc:docMk/>
            <pc:sldMk cId="160134776" sldId="260"/>
            <ac:spMk id="3" creationId="{AC73C89D-4AEC-86C7-C92D-B698C9418E28}"/>
          </ac:spMkLst>
        </pc:spChg>
      </pc:sldChg>
      <pc:sldChg chg="del">
        <pc:chgData name="Caroline Pradel" userId="52f372f68d297903" providerId="LiveId" clId="{2230F7C4-67A3-4EE6-B08F-3ADFEC37D923}" dt="2026-06-17T13:52:12.878" v="531" actId="2696"/>
        <pc:sldMkLst>
          <pc:docMk/>
          <pc:sldMk cId="1980791038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</p:grpSp>
    </p:spTree>
    <p:extLst>
      <p:ext uri="{BB962C8B-B14F-4D97-AF65-F5344CB8AC3E}">
        <p14:creationId xmlns:p14="http://schemas.microsoft.com/office/powerpoint/2010/main" val="424194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568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0949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263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27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924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6916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0425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1798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539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18-06-2026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627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9F1D01-0300-CDFF-72C0-92739D11B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New and improved calendar app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FEAB573-9AD6-AA60-2FBE-8DE7704D8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Sophia, Caroline &amp; Katarina</a:t>
            </a:r>
          </a:p>
        </p:txBody>
      </p:sp>
    </p:spTree>
    <p:extLst>
      <p:ext uri="{BB962C8B-B14F-4D97-AF65-F5344CB8AC3E}">
        <p14:creationId xmlns:p14="http://schemas.microsoft.com/office/powerpoint/2010/main" val="621453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68E0F-0BBE-9762-A0AE-2A9598E4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Goals for the project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2ED15FC-7F24-B6C4-30B6-2E1675ED6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5999"/>
            <a:ext cx="9601200" cy="436734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Learn to code in Delphi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Get comfortable coding in a completely new programming language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Sign in using a Microsoft account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Make the calendar connect with Microsoft directly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Retrieve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 information through Microsoft Graph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calendar with a quick and useful overview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Have the calendar give a detailed overview fast and easy</a:t>
            </a:r>
          </a:p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and custom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new events </a:t>
            </a:r>
          </a:p>
          <a:p>
            <a:pPr lvl="1"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new events within the app and customize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with symbols and categories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554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BC462-AA17-4BF1-0D02-D0C40162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9EA37C2-684E-C0F3-EB22-32830CEDA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31" y="1707711"/>
            <a:ext cx="5145385" cy="5004366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Everything is made in Delphi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Quick GUI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JavaFX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Microsoft Graph API</a:t>
            </a:r>
          </a:p>
          <a:p>
            <a:pPr lvl="1"/>
            <a:r>
              <a:rPr lang="en-US" b="1" dirty="0" err="1">
                <a:solidFill>
                  <a:schemeClr val="tx2">
                    <a:lumMod val="75000"/>
                  </a:schemeClr>
                </a:solidFill>
              </a:rPr>
              <a:t>Fx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.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ReadWrite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,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User.Read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Study accounts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Ini File to save information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Simplifying user experience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Customizing appearance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30352" lvl="1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Billede 4" descr="Åbn billede">
            <a:extLst>
              <a:ext uri="{FF2B5EF4-FFF2-40B4-BE49-F238E27FC236}">
                <a16:creationId xmlns:a16="http://schemas.microsoft.com/office/drawing/2014/main" id="{CAE4781C-BFA1-F9DA-E19F-76380C495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443" y="1707711"/>
            <a:ext cx="6096000" cy="35623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0080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0F5B2-B31D-244F-666B-02E3F70A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noProof="0" dirty="0">
                <a:solidFill>
                  <a:schemeClr val="tx2">
                    <a:lumMod val="50000"/>
                  </a:schemeClr>
                </a:solidFill>
              </a:rPr>
              <a:t>Implementation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ED665D-931B-5EC3-47F3-B4D68ED75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2476" y="685800"/>
            <a:ext cx="5335089" cy="5175250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Started by brainstorming ideas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is our idea of a perfect calendar?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Which features do we like?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Then we designed the visuals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type of layout looks the best?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colors do we prefer?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gives the best overview while not compromising the appearance?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Finally, we implemented all the features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features give the best user experience?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do we feel like is missing in our everyday calendar?</a:t>
            </a: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6B322BCA-D15E-F258-E573-2D32A1A87165}"/>
              </a:ext>
            </a:extLst>
          </p:cNvPr>
          <p:cNvSpPr/>
          <p:nvPr/>
        </p:nvSpPr>
        <p:spPr>
          <a:xfrm>
            <a:off x="287383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Brainstorm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5E1D065B-1208-064B-3D78-657691F93426}"/>
              </a:ext>
            </a:extLst>
          </p:cNvPr>
          <p:cNvSpPr/>
          <p:nvPr/>
        </p:nvSpPr>
        <p:spPr>
          <a:xfrm>
            <a:off x="2111760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E3C12B24-2AB8-C67B-5C55-372EC6EAB604}"/>
              </a:ext>
            </a:extLst>
          </p:cNvPr>
          <p:cNvSpPr/>
          <p:nvPr/>
        </p:nvSpPr>
        <p:spPr>
          <a:xfrm>
            <a:off x="3936137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Features</a:t>
            </a: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5E1E18CC-FC42-7763-CA21-550B4AEC7945}"/>
              </a:ext>
            </a:extLst>
          </p:cNvPr>
          <p:cNvCxnSpPr>
            <a:cxnSpLocks/>
          </p:cNvCxnSpPr>
          <p:nvPr/>
        </p:nvCxnSpPr>
        <p:spPr>
          <a:xfrm>
            <a:off x="1480457" y="3474789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7AB5B467-3D86-74D0-1C1C-1AC5CDFCBC38}"/>
              </a:ext>
            </a:extLst>
          </p:cNvPr>
          <p:cNvCxnSpPr>
            <a:cxnSpLocks/>
          </p:cNvCxnSpPr>
          <p:nvPr/>
        </p:nvCxnSpPr>
        <p:spPr>
          <a:xfrm>
            <a:off x="3304903" y="3470504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528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926DD-7E79-C97F-3D74-FA19ADEC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Tests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C73C89D-4AEC-86C7-C92D-B698C9418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User tests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 people in our lives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Customer test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does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potential customer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Unit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testing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Testi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ng the procedures and functions directly in the code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6121CA-ACE8-81F4-DA3C-052FD929A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Things we haven’t done yet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0E06AD4-152A-1108-03A3-BCE65C2D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759744"/>
            <a:ext cx="4443984" cy="823912"/>
          </a:xfrm>
        </p:spPr>
        <p:txBody>
          <a:bodyPr/>
          <a:lstStyle/>
          <a:p>
            <a:r>
              <a:rPr lang="en-US" sz="2700" dirty="0">
                <a:solidFill>
                  <a:schemeClr val="tx2">
                    <a:lumMod val="75000"/>
                  </a:schemeClr>
                </a:solidFill>
              </a:rPr>
              <a:t>What we’re planning to do</a:t>
            </a:r>
            <a:endParaRPr lang="en-US" sz="27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8F1E19-7F41-8F22-9ACA-8BEA6DEA3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71600" y="2824084"/>
            <a:ext cx="4443984" cy="362025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2">
                    <a:lumMod val="90000"/>
                  </a:schemeClr>
                </a:solidFill>
              </a:rPr>
              <a:t>Unit test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Report writing</a:t>
            </a:r>
            <a:endParaRPr lang="en-US" noProof="0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CEAF2EA9-B1A3-F20D-386A-C7ECC47AE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5014" y="1759744"/>
            <a:ext cx="4883215" cy="823912"/>
          </a:xfrm>
        </p:spPr>
        <p:txBody>
          <a:bodyPr/>
          <a:lstStyle/>
          <a:p>
            <a:r>
              <a:rPr lang="en-US" sz="2700" dirty="0">
                <a:solidFill>
                  <a:schemeClr val="tx2">
                    <a:lumMod val="75000"/>
                  </a:schemeClr>
                </a:solidFill>
              </a:rPr>
              <a:t>What we don’t have time to do</a:t>
            </a:r>
            <a:endParaRPr lang="en-US" sz="27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D2966EF4-CD53-8A5C-43CA-9A9158633B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25014" y="2824083"/>
            <a:ext cx="4813546" cy="362025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2">
                    <a:lumMod val="90000"/>
                  </a:schemeClr>
                </a:solidFill>
              </a:rPr>
              <a:t>Repeating events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Seeing other people’s calendars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Deleting and changing the events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Changing language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Changing colors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Customize calendar types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Sort the calendar by symbols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Seeing only a week instead of a month</a:t>
            </a:r>
          </a:p>
          <a:p>
            <a:pPr marL="0" indent="0">
              <a:buNone/>
            </a:pPr>
            <a:endParaRPr lang="en-US" noProof="0" dirty="0">
              <a:solidFill>
                <a:schemeClr val="tx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636785"/>
      </p:ext>
    </p:extLst>
  </p:cSld>
  <p:clrMapOvr>
    <a:masterClrMapping/>
  </p:clrMapOvr>
</p:sld>
</file>

<file path=ppt/theme/theme1.xml><?xml version="1.0" encoding="utf-8"?>
<a:theme xmlns:a="http://schemas.openxmlformats.org/drawingml/2006/main" name="Beskæring">
  <a:themeElements>
    <a:clrScheme name="Honeydew">
      <a:dk1>
        <a:srgbClr val="000000"/>
      </a:dk1>
      <a:lt1>
        <a:srgbClr val="FFFFFF"/>
      </a:lt1>
      <a:dk2>
        <a:srgbClr val="B9FFB9"/>
      </a:dk2>
      <a:lt2>
        <a:srgbClr val="F0FFF0"/>
      </a:lt2>
      <a:accent1>
        <a:srgbClr val="F0FFF0"/>
      </a:accent1>
      <a:accent2>
        <a:srgbClr val="DDFFDD"/>
      </a:accent2>
      <a:accent3>
        <a:srgbClr val="C5FFC5"/>
      </a:accent3>
      <a:accent4>
        <a:srgbClr val="B7FFB7"/>
      </a:accent4>
      <a:accent5>
        <a:srgbClr val="A7FFA7"/>
      </a:accent5>
      <a:accent6>
        <a:srgbClr val="8BFF8B"/>
      </a:accent6>
      <a:hlink>
        <a:srgbClr val="75FF75"/>
      </a:hlink>
      <a:folHlink>
        <a:srgbClr val="43FF43"/>
      </a:folHlink>
    </a:clrScheme>
    <a:fontScheme name="Beskæring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eskæring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TM10001105[[fn=Beskæring]]</Template>
  <TotalTime>534</TotalTime>
  <Words>283</Words>
  <Application>Microsoft Office PowerPoint</Application>
  <PresentationFormat>Widescreen</PresentationFormat>
  <Paragraphs>56</Paragraphs>
  <Slides>6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1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8" baseType="lpstr">
      <vt:lpstr>Franklin Gothic Book</vt:lpstr>
      <vt:lpstr>Beskæring</vt:lpstr>
      <vt:lpstr>New and improved calendar app</vt:lpstr>
      <vt:lpstr>Goals for the project</vt:lpstr>
      <vt:lpstr>Design</vt:lpstr>
      <vt:lpstr>Implementation</vt:lpstr>
      <vt:lpstr>Tests</vt:lpstr>
      <vt:lpstr>Things we haven’t done yet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Katarina Heüman Funch</dc:creator>
  <cp:lastModifiedBy>Katarina Heüman Funch</cp:lastModifiedBy>
  <cp:revision>1</cp:revision>
  <dcterms:created xsi:type="dcterms:W3CDTF">2026-06-16T20:09:32Z</dcterms:created>
  <dcterms:modified xsi:type="dcterms:W3CDTF">2026-06-18T20:12:05Z</dcterms:modified>
</cp:coreProperties>
</file>
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3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arina Heüman Funch" userId="4c116d6fe25a2bfb" providerId="LiveId" clId="{7DF22670-5938-4D81-A7CB-381824D9E4E5}"/>
    <pc:docChg chg="undo custSel addSld delSld modSld">
      <pc:chgData name="Katarina Heüman Funch" userId="4c116d6fe25a2bfb" providerId="LiveId" clId="{7DF22670-5938-4D81-A7CB-381824D9E4E5}" dt="2026-06-19T07:45:48.756" v="2755" actId="20577"/>
      <pc:docMkLst>
        <pc:docMk/>
      </pc:docMkLst>
      <pc:sldChg chg="modSp mod modNotesTx">
        <pc:chgData name="Katarina Heüman Funch" userId="4c116d6fe25a2bfb" providerId="LiveId" clId="{7DF22670-5938-4D81-A7CB-381824D9E4E5}" dt="2026-06-19T07:37:57.642" v="2691" actId="20577"/>
        <pc:sldMkLst>
          <pc:docMk/>
          <pc:sldMk cId="621453492" sldId="256"/>
        </pc:sldMkLst>
        <pc:spChg chg="mod">
          <ac:chgData name="Katarina Heüman Funch" userId="4c116d6fe25a2bfb" providerId="LiveId" clId="{7DF22670-5938-4D81-A7CB-381824D9E4E5}" dt="2026-06-16T20:39:54.820" v="874" actId="207"/>
          <ac:spMkLst>
            <pc:docMk/>
            <pc:sldMk cId="621453492" sldId="256"/>
            <ac:spMk id="2" creationId="{9D9F1D01-0300-CDFF-72C0-92739D11B2F0}"/>
          </ac:spMkLst>
        </pc:spChg>
        <pc:spChg chg="mod">
          <ac:chgData name="Katarina Heüman Funch" userId="4c116d6fe25a2bfb" providerId="LiveId" clId="{7DF22670-5938-4D81-A7CB-381824D9E4E5}" dt="2026-06-16T20:40:02.504" v="875" actId="207"/>
          <ac:spMkLst>
            <pc:docMk/>
            <pc:sldMk cId="621453492" sldId="256"/>
            <ac:spMk id="3" creationId="{DFEAB573-9AD6-AA60-2FBE-8DE7704D88D0}"/>
          </ac:spMkLst>
        </pc:spChg>
      </pc:sldChg>
      <pc:sldChg chg="modSp new mod modNotesTx">
        <pc:chgData name="Katarina Heüman Funch" userId="4c116d6fe25a2bfb" providerId="LiveId" clId="{7DF22670-5938-4D81-A7CB-381824D9E4E5}" dt="2026-06-19T07:38:06.672" v="2701" actId="20577"/>
        <pc:sldMkLst>
          <pc:docMk/>
          <pc:sldMk cId="4257554591" sldId="257"/>
        </pc:sldMkLst>
        <pc:spChg chg="mod">
          <ac:chgData name="Katarina Heüman Funch" userId="4c116d6fe25a2bfb" providerId="LiveId" clId="{7DF22670-5938-4D81-A7CB-381824D9E4E5}" dt="2026-06-16T20:40:10.036" v="876" actId="207"/>
          <ac:spMkLst>
            <pc:docMk/>
            <pc:sldMk cId="4257554591" sldId="257"/>
            <ac:spMk id="2" creationId="{9BC68E0F-0BBE-9762-A0AE-2A9598E41AF8}"/>
          </ac:spMkLst>
        </pc:spChg>
        <pc:spChg chg="mod">
          <ac:chgData name="Katarina Heüman Funch" userId="4c116d6fe25a2bfb" providerId="LiveId" clId="{7DF22670-5938-4D81-A7CB-381824D9E4E5}" dt="2026-06-16T20:43:37.952" v="911" actId="12"/>
          <ac:spMkLst>
            <pc:docMk/>
            <pc:sldMk cId="4257554591" sldId="257"/>
            <ac:spMk id="3" creationId="{C2ED15FC-7F24-B6C4-30B6-2E1675ED664B}"/>
          </ac:spMkLst>
        </pc:spChg>
      </pc:sldChg>
      <pc:sldChg chg="addSp delSp modSp new mod modNotesTx">
        <pc:chgData name="Katarina Heüman Funch" userId="4c116d6fe25a2bfb" providerId="LiveId" clId="{7DF22670-5938-4D81-A7CB-381824D9E4E5}" dt="2026-06-19T07:38:18.860" v="2707" actId="20577"/>
        <pc:sldMkLst>
          <pc:docMk/>
          <pc:sldMk cId="1650080889" sldId="258"/>
        </pc:sldMkLst>
        <pc:spChg chg="mod">
          <ac:chgData name="Katarina Heüman Funch" userId="4c116d6fe25a2bfb" providerId="LiveId" clId="{7DF22670-5938-4D81-A7CB-381824D9E4E5}" dt="2026-06-16T20:46:12.736" v="961" actId="790"/>
          <ac:spMkLst>
            <pc:docMk/>
            <pc:sldMk cId="1650080889" sldId="258"/>
            <ac:spMk id="2" creationId="{3A3BC462-AA17-4BF1-0D02-D0C40162A49D}"/>
          </ac:spMkLst>
        </pc:spChg>
        <pc:spChg chg="mod">
          <ac:chgData name="Katarina Heüman Funch" userId="4c116d6fe25a2bfb" providerId="LiveId" clId="{7DF22670-5938-4D81-A7CB-381824D9E4E5}" dt="2026-06-16T20:46:25.321" v="994" actId="20577"/>
          <ac:spMkLst>
            <pc:docMk/>
            <pc:sldMk cId="1650080889" sldId="258"/>
            <ac:spMk id="3" creationId="{19EA37C2-684E-C0F3-EB22-32830CEDA409}"/>
          </ac:spMkLst>
        </pc:spChg>
      </pc:sldChg>
      <pc:sldChg chg="addSp delSp modSp new mod modNotesTx">
        <pc:chgData name="Katarina Heüman Funch" userId="4c116d6fe25a2bfb" providerId="LiveId" clId="{7DF22670-5938-4D81-A7CB-381824D9E4E5}" dt="2026-06-19T07:38:24.312" v="2717" actId="20577"/>
        <pc:sldMkLst>
          <pc:docMk/>
          <pc:sldMk cId="4095286617" sldId="259"/>
        </pc:sldMkLst>
        <pc:spChg chg="mod">
          <ac:chgData name="Katarina Heüman Funch" userId="4c116d6fe25a2bfb" providerId="LiveId" clId="{7DF22670-5938-4D81-A7CB-381824D9E4E5}" dt="2026-06-16T20:48:46.317" v="1017" actId="790"/>
          <ac:spMkLst>
            <pc:docMk/>
            <pc:sldMk cId="4095286617" sldId="259"/>
            <ac:spMk id="2" creationId="{59C0F5B2-B31D-244F-666B-02E3F70A2FB2}"/>
          </ac:spMkLst>
        </pc:spChg>
        <pc:spChg chg="mod">
          <ac:chgData name="Katarina Heüman Funch" userId="4c116d6fe25a2bfb" providerId="LiveId" clId="{7DF22670-5938-4D81-A7CB-381824D9E4E5}" dt="2026-06-16T21:05:05.891" v="1670" actId="20577"/>
          <ac:spMkLst>
            <pc:docMk/>
            <pc:sldMk cId="4095286617" sldId="259"/>
            <ac:spMk id="3" creationId="{12ED665D-931B-5EC3-47F3-B4D68ED75BFF}"/>
          </ac:spMkLst>
        </pc:spChg>
        <pc:spChg chg="add mod">
          <ac:chgData name="Katarina Heüman Funch" userId="4c116d6fe25a2bfb" providerId="LiveId" clId="{7DF22670-5938-4D81-A7CB-381824D9E4E5}" dt="2026-06-16T20:52:06.631" v="1047" actId="207"/>
          <ac:spMkLst>
            <pc:docMk/>
            <pc:sldMk cId="4095286617" sldId="259"/>
            <ac:spMk id="6" creationId="{6B322BCA-D15E-F258-E573-2D32A1A87165}"/>
          </ac:spMkLst>
        </pc:spChg>
        <pc:spChg chg="add mod">
          <ac:chgData name="Katarina Heüman Funch" userId="4c116d6fe25a2bfb" providerId="LiveId" clId="{7DF22670-5938-4D81-A7CB-381824D9E4E5}" dt="2026-06-16T20:52:32.905" v="1060" actId="20577"/>
          <ac:spMkLst>
            <pc:docMk/>
            <pc:sldMk cId="4095286617" sldId="259"/>
            <ac:spMk id="12" creationId="{5E1D065B-1208-064B-3D78-657691F93426}"/>
          </ac:spMkLst>
        </pc:spChg>
        <pc:spChg chg="add mod">
          <ac:chgData name="Katarina Heüman Funch" userId="4c116d6fe25a2bfb" providerId="LiveId" clId="{7DF22670-5938-4D81-A7CB-381824D9E4E5}" dt="2026-06-16T20:52:39.945" v="1070" actId="20577"/>
          <ac:spMkLst>
            <pc:docMk/>
            <pc:sldMk cId="4095286617" sldId="259"/>
            <ac:spMk id="14" creationId="{E3C12B24-2AB8-C67B-5C55-372EC6EAB604}"/>
          </ac:spMkLst>
        </pc:spChg>
        <pc:cxnChg chg="add mod">
          <ac:chgData name="Katarina Heüman Funch" userId="4c116d6fe25a2bfb" providerId="LiveId" clId="{7DF22670-5938-4D81-A7CB-381824D9E4E5}" dt="2026-06-16T20:53:17.350" v="1079" actId="13822"/>
          <ac:cxnSpMkLst>
            <pc:docMk/>
            <pc:sldMk cId="4095286617" sldId="259"/>
            <ac:cxnSpMk id="16" creationId="{5E1E18CC-FC42-7763-CA21-550B4AEC7945}"/>
          </ac:cxnSpMkLst>
        </pc:cxnChg>
        <pc:cxnChg chg="add mod">
          <ac:chgData name="Katarina Heüman Funch" userId="4c116d6fe25a2bfb" providerId="LiveId" clId="{7DF22670-5938-4D81-A7CB-381824D9E4E5}" dt="2026-06-16T20:53:26.365" v="1081" actId="1076"/>
          <ac:cxnSpMkLst>
            <pc:docMk/>
            <pc:sldMk cId="4095286617" sldId="259"/>
            <ac:cxnSpMk id="18" creationId="{7AB5B467-3D86-74D0-1C1C-1AC5CDFCBC38}"/>
          </ac:cxnSpMkLst>
        </pc:cxnChg>
      </pc:sldChg>
      <pc:sldChg chg="modSp new mod modNotesTx">
        <pc:chgData name="Katarina Heüman Funch" userId="4c116d6fe25a2bfb" providerId="LiveId" clId="{7DF22670-5938-4D81-A7CB-381824D9E4E5}" dt="2026-06-19T07:39:11.017" v="2723" actId="20577"/>
        <pc:sldMkLst>
          <pc:docMk/>
          <pc:sldMk cId="160134776" sldId="260"/>
        </pc:sldMkLst>
        <pc:spChg chg="mod">
          <ac:chgData name="Katarina Heüman Funch" userId="4c116d6fe25a2bfb" providerId="LiveId" clId="{7DF22670-5938-4D81-A7CB-381824D9E4E5}" dt="2026-06-16T21:07:30.016" v="1751" actId="790"/>
          <ac:spMkLst>
            <pc:docMk/>
            <pc:sldMk cId="160134776" sldId="260"/>
            <ac:spMk id="2" creationId="{C63926DD-7E79-C97F-3D74-FA19ADEC0807}"/>
          </ac:spMkLst>
        </pc:spChg>
        <pc:spChg chg="mod">
          <ac:chgData name="Katarina Heüman Funch" userId="4c116d6fe25a2bfb" providerId="LiveId" clId="{7DF22670-5938-4D81-A7CB-381824D9E4E5}" dt="2026-06-16T21:14:48.079" v="1990" actId="20577"/>
          <ac:spMkLst>
            <pc:docMk/>
            <pc:sldMk cId="160134776" sldId="260"/>
            <ac:spMk id="3" creationId="{AC73C89D-4AEC-86C7-C92D-B698C9418E28}"/>
          </ac:spMkLst>
        </pc:spChg>
      </pc:sldChg>
      <pc:sldChg chg="modSp new del mod">
        <pc:chgData name="Katarina Heüman Funch" userId="4c116d6fe25a2bfb" providerId="LiveId" clId="{7DF22670-5938-4D81-A7CB-381824D9E4E5}" dt="2026-06-18T19:39:43.455" v="2360" actId="2696"/>
        <pc:sldMkLst>
          <pc:docMk/>
          <pc:sldMk cId="1438723332" sldId="262"/>
        </pc:sldMkLst>
      </pc:sldChg>
      <pc:sldChg chg="modSp new mod modNotesTx">
        <pc:chgData name="Katarina Heüman Funch" userId="4c116d6fe25a2bfb" providerId="LiveId" clId="{7DF22670-5938-4D81-A7CB-381824D9E4E5}" dt="2026-06-19T07:45:48.756" v="2755" actId="20577"/>
        <pc:sldMkLst>
          <pc:docMk/>
          <pc:sldMk cId="2024636785" sldId="263"/>
        </pc:sldMkLst>
        <pc:spChg chg="mod">
          <ac:chgData name="Katarina Heüman Funch" userId="4c116d6fe25a2bfb" providerId="LiveId" clId="{7DF22670-5938-4D81-A7CB-381824D9E4E5}" dt="2026-06-18T19:32:41.021" v="2171" actId="20577"/>
          <ac:spMkLst>
            <pc:docMk/>
            <pc:sldMk cId="2024636785" sldId="263"/>
            <ac:spMk id="2" creationId="{3A6121CA-ACE8-81F4-DA3C-052FD929A4CF}"/>
          </ac:spMkLst>
        </pc:spChg>
        <pc:spChg chg="mod">
          <ac:chgData name="Katarina Heüman Funch" userId="4c116d6fe25a2bfb" providerId="LiveId" clId="{7DF22670-5938-4D81-A7CB-381824D9E4E5}" dt="2026-06-18T19:35:13.344" v="2277" actId="1076"/>
          <ac:spMkLst>
            <pc:docMk/>
            <pc:sldMk cId="2024636785" sldId="263"/>
            <ac:spMk id="3" creationId="{20E06AD4-152A-1108-03A3-BCE65C2D499C}"/>
          </ac:spMkLst>
        </pc:spChg>
        <pc:spChg chg="mod">
          <ac:chgData name="Katarina Heüman Funch" userId="4c116d6fe25a2bfb" providerId="LiveId" clId="{7DF22670-5938-4D81-A7CB-381824D9E4E5}" dt="2026-06-18T19:46:20.989" v="2638" actId="27636"/>
          <ac:spMkLst>
            <pc:docMk/>
            <pc:sldMk cId="2024636785" sldId="263"/>
            <ac:spMk id="4" creationId="{478F1E19-7F41-8F22-9ACA-8BEA6DEA3828}"/>
          </ac:spMkLst>
        </pc:spChg>
        <pc:spChg chg="mod">
          <ac:chgData name="Katarina Heüman Funch" userId="4c116d6fe25a2bfb" providerId="LiveId" clId="{7DF22670-5938-4D81-A7CB-381824D9E4E5}" dt="2026-06-18T19:34:31.019" v="2257" actId="1076"/>
          <ac:spMkLst>
            <pc:docMk/>
            <pc:sldMk cId="2024636785" sldId="263"/>
            <ac:spMk id="5" creationId="{CEAF2EA9-B1A3-F20D-386A-C7ECC47AE935}"/>
          </ac:spMkLst>
        </pc:spChg>
        <pc:spChg chg="mod">
          <ac:chgData name="Katarina Heüman Funch" userId="4c116d6fe25a2bfb" providerId="LiveId" clId="{7DF22670-5938-4D81-A7CB-381824D9E4E5}" dt="2026-06-19T07:45:48.756" v="2755" actId="20577"/>
          <ac:spMkLst>
            <pc:docMk/>
            <pc:sldMk cId="2024636785" sldId="263"/>
            <ac:spMk id="6" creationId="{D2966EF4-CD53-8A5C-43CA-9A9158633BE7}"/>
          </ac:spMkLst>
        </pc:spChg>
      </pc:sldChg>
    </pc:docChg>
  </pc:docChgLst>
  <pc:docChgLst>
    <pc:chgData name="Caroline Pradel" userId="52f372f68d297903" providerId="LiveId" clId="{2230F7C4-67A3-4EE6-B08F-3ADFEC37D923}"/>
    <pc:docChg chg="custSel delSld modSld">
      <pc:chgData name="Caroline Pradel" userId="52f372f68d297903" providerId="LiveId" clId="{2230F7C4-67A3-4EE6-B08F-3ADFEC37D923}" dt="2026-06-17T13:57:09.292" v="540" actId="1582"/>
      <pc:docMkLst>
        <pc:docMk/>
      </pc:docMkLst>
      <pc:sldChg chg="addSp delSp modSp mod">
        <pc:chgData name="Caroline Pradel" userId="52f372f68d297903" providerId="LiveId" clId="{2230F7C4-67A3-4EE6-B08F-3ADFEC37D923}" dt="2026-06-17T13:57:09.292" v="540" actId="1582"/>
        <pc:sldMkLst>
          <pc:docMk/>
          <pc:sldMk cId="1650080889" sldId="258"/>
        </pc:sldMkLst>
        <pc:spChg chg="mod">
          <ac:chgData name="Caroline Pradel" userId="52f372f68d297903" providerId="LiveId" clId="{2230F7C4-67A3-4EE6-B08F-3ADFEC37D923}" dt="2026-06-17T13:48:32.880" v="439" actId="14100"/>
          <ac:spMkLst>
            <pc:docMk/>
            <pc:sldMk cId="1650080889" sldId="258"/>
            <ac:spMk id="3" creationId="{19EA37C2-684E-C0F3-EB22-32830CEDA409}"/>
          </ac:spMkLst>
        </pc:spChg>
        <pc:picChg chg="add mod">
          <ac:chgData name="Caroline Pradel" userId="52f372f68d297903" providerId="LiveId" clId="{2230F7C4-67A3-4EE6-B08F-3ADFEC37D923}" dt="2026-06-17T13:57:09.292" v="540" actId="1582"/>
          <ac:picMkLst>
            <pc:docMk/>
            <pc:sldMk cId="1650080889" sldId="258"/>
            <ac:picMk id="5" creationId="{CAE4781C-BFA1-F9DA-E19F-76380C495126}"/>
          </ac:picMkLst>
        </pc:picChg>
      </pc:sldChg>
      <pc:sldChg chg="modSp mod">
        <pc:chgData name="Caroline Pradel" userId="52f372f68d297903" providerId="LiveId" clId="{2230F7C4-67A3-4EE6-B08F-3ADFEC37D923}" dt="2026-06-17T13:51:36.280" v="530" actId="20577"/>
        <pc:sldMkLst>
          <pc:docMk/>
          <pc:sldMk cId="160134776" sldId="260"/>
        </pc:sldMkLst>
        <pc:spChg chg="mod">
          <ac:chgData name="Caroline Pradel" userId="52f372f68d297903" providerId="LiveId" clId="{2230F7C4-67A3-4EE6-B08F-3ADFEC37D923}" dt="2026-06-17T13:51:36.280" v="530" actId="20577"/>
          <ac:spMkLst>
            <pc:docMk/>
            <pc:sldMk cId="160134776" sldId="260"/>
            <ac:spMk id="3" creationId="{AC73C89D-4AEC-86C7-C92D-B698C9418E2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900391-A810-487A-A522-2AB9073A8F1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F32B19-27B5-44A6-857A-0A5CB7F3398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8846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Caroline: </a:t>
            </a:r>
            <a:r>
              <a:rPr lang="da-DK" dirty="0" err="1"/>
              <a:t>Explain</a:t>
            </a:r>
            <a:r>
              <a:rPr lang="da-DK" dirty="0"/>
              <a:t> the </a:t>
            </a:r>
            <a:r>
              <a:rPr lang="da-DK" dirty="0" err="1"/>
              <a:t>project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611977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Katarina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22263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Sophia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604943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Katarina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138923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Sophia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902022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Caroline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F32B19-27B5-44A6-857A-0A5CB7F33982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03221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da-DK"/>
            </a:p>
          </p:txBody>
        </p:sp>
      </p:grpSp>
    </p:spTree>
    <p:extLst>
      <p:ext uri="{BB962C8B-B14F-4D97-AF65-F5344CB8AC3E}">
        <p14:creationId xmlns:p14="http://schemas.microsoft.com/office/powerpoint/2010/main" val="424194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5686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09492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2630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276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50924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69168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90425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1798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4539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76EFF5C7-0AED-406F-9BE7-8D732D5FB325}" type="datetimeFigureOut">
              <a:rPr lang="da-DK" smtClean="0"/>
              <a:t>19-06-2026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007B5C0-0906-4141-BBF6-1BD3B4B1C57B}" type="slidenum">
              <a:rPr lang="da-DK" smtClean="0"/>
              <a:t>‹nr.›</a:t>
            </a:fld>
            <a:endParaRPr lang="da-DK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46271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9F1D01-0300-CDFF-72C0-92739D11B2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New and improved calendar app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DFEAB573-9AD6-AA60-2FBE-8DE7704D88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Sophia, Caroline &amp; Katarina</a:t>
            </a:r>
          </a:p>
        </p:txBody>
      </p:sp>
    </p:spTree>
    <p:extLst>
      <p:ext uri="{BB962C8B-B14F-4D97-AF65-F5344CB8AC3E}">
        <p14:creationId xmlns:p14="http://schemas.microsoft.com/office/powerpoint/2010/main" val="621453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C68E0F-0BBE-9762-A0AE-2A9598E4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Goals for the project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2ED15FC-7F24-B6C4-30B6-2E1675ED6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5999"/>
            <a:ext cx="9601200" cy="436734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Learn to code in Delphi 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Get comfortable coding in a completely new programming language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Sign in using a Microsoft account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Make the calendar connect with Microsoft directly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Retrieve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 information through Microsoft Graph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calendar with a quick and useful overview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Have the calendar give a detailed overview fast and easy</a:t>
            </a:r>
          </a:p>
          <a:p>
            <a:pPr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and custom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new events </a:t>
            </a:r>
          </a:p>
          <a:p>
            <a:pPr lvl="1">
              <a:lnSpc>
                <a:spcPct val="100000"/>
              </a:lnSpc>
            </a:pP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Create new events within the app and customize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with symbols and categories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75545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BC462-AA17-4BF1-0D02-D0C40162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9EA37C2-684E-C0F3-EB22-32830CEDA4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731" y="1707711"/>
            <a:ext cx="5145385" cy="5004366"/>
          </a:xfrm>
        </p:spPr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Everything is made in Delphi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Quick GUI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JavaFX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Microsoft Graph API</a:t>
            </a:r>
          </a:p>
          <a:p>
            <a:pPr lvl="1"/>
            <a:r>
              <a:rPr lang="en-US" b="1" dirty="0" err="1">
                <a:solidFill>
                  <a:schemeClr val="tx2">
                    <a:lumMod val="75000"/>
                  </a:schemeClr>
                </a:solidFill>
              </a:rPr>
              <a:t>Fx</a:t>
            </a:r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 Calendars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.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ReadWrite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,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User.Read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Study accounts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Ini File to save information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Simplifying user experience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Customizing appearance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530352" lvl="1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5" name="Billede 4" descr="Åbn billede">
            <a:extLst>
              <a:ext uri="{FF2B5EF4-FFF2-40B4-BE49-F238E27FC236}">
                <a16:creationId xmlns:a16="http://schemas.microsoft.com/office/drawing/2014/main" id="{CAE4781C-BFA1-F9DA-E19F-76380C495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8443" y="1707711"/>
            <a:ext cx="6096000" cy="35623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0080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C0F5B2-B31D-244F-666B-02E3F70A2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noProof="0" dirty="0">
                <a:solidFill>
                  <a:schemeClr val="tx2">
                    <a:lumMod val="50000"/>
                  </a:schemeClr>
                </a:solidFill>
              </a:rPr>
              <a:t>Implementation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2ED665D-931B-5EC3-47F3-B4D68ED75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2476" y="685800"/>
            <a:ext cx="5335089" cy="5175250"/>
          </a:xfrm>
        </p:spPr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Started by brainstorming ideas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is our idea of a perfect calendar?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Which features do we like?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Then we designed the visuals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type of layout looks the best?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colors do we prefer?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gives the best overview while not compromising the appearance?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Finally, we implemented all the features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Which features give the best user experience?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What do we feel like is missing in our everyday calendar?</a:t>
            </a: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pPr lvl="1"/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6B322BCA-D15E-F258-E573-2D32A1A87165}"/>
              </a:ext>
            </a:extLst>
          </p:cNvPr>
          <p:cNvSpPr/>
          <p:nvPr/>
        </p:nvSpPr>
        <p:spPr>
          <a:xfrm>
            <a:off x="287383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Brainstorm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5E1D065B-1208-064B-3D78-657691F93426}"/>
              </a:ext>
            </a:extLst>
          </p:cNvPr>
          <p:cNvSpPr/>
          <p:nvPr/>
        </p:nvSpPr>
        <p:spPr>
          <a:xfrm>
            <a:off x="2111760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Design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E3C12B24-2AB8-C67B-5C55-372EC6EAB604}"/>
              </a:ext>
            </a:extLst>
          </p:cNvPr>
          <p:cNvSpPr/>
          <p:nvPr/>
        </p:nvSpPr>
        <p:spPr>
          <a:xfrm>
            <a:off x="3936137" y="2934789"/>
            <a:ext cx="1080000" cy="1080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>
                <a:solidFill>
                  <a:schemeClr val="tx2">
                    <a:lumMod val="50000"/>
                  </a:schemeClr>
                </a:solidFill>
              </a:rPr>
              <a:t>Features</a:t>
            </a:r>
          </a:p>
        </p:txBody>
      </p:sp>
      <p:cxnSp>
        <p:nvCxnSpPr>
          <p:cNvPr id="16" name="Lige pilforbindelse 15">
            <a:extLst>
              <a:ext uri="{FF2B5EF4-FFF2-40B4-BE49-F238E27FC236}">
                <a16:creationId xmlns:a16="http://schemas.microsoft.com/office/drawing/2014/main" id="{5E1E18CC-FC42-7763-CA21-550B4AEC7945}"/>
              </a:ext>
            </a:extLst>
          </p:cNvPr>
          <p:cNvCxnSpPr>
            <a:cxnSpLocks/>
          </p:cNvCxnSpPr>
          <p:nvPr/>
        </p:nvCxnSpPr>
        <p:spPr>
          <a:xfrm>
            <a:off x="1480457" y="3474789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7AB5B467-3D86-74D0-1C1C-1AC5CDFCBC38}"/>
              </a:ext>
            </a:extLst>
          </p:cNvPr>
          <p:cNvCxnSpPr>
            <a:cxnSpLocks/>
          </p:cNvCxnSpPr>
          <p:nvPr/>
        </p:nvCxnSpPr>
        <p:spPr>
          <a:xfrm>
            <a:off x="3304903" y="3470504"/>
            <a:ext cx="5050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528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3926DD-7E79-C97F-3D74-FA19ADEC0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Tests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C73C89D-4AEC-86C7-C92D-B698C9418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User tests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 people in our lives think about the calendar?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Customer test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What does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potential customer think about the calendar?</a:t>
            </a:r>
          </a:p>
          <a:p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Unit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testing</a:t>
            </a:r>
          </a:p>
          <a:p>
            <a:pPr lvl="1"/>
            <a:r>
              <a:rPr lang="en-US" noProof="0" dirty="0">
                <a:solidFill>
                  <a:schemeClr val="tx2">
                    <a:lumMod val="75000"/>
                  </a:schemeClr>
                </a:solidFill>
              </a:rPr>
              <a:t>Testi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ng the procedures and functions directly in the code</a:t>
            </a:r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noProof="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4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6121CA-ACE8-81F4-DA3C-052FD929A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2">
                    <a:lumMod val="50000"/>
                  </a:schemeClr>
                </a:solidFill>
              </a:rPr>
              <a:t>Things we haven’t done yet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0E06AD4-152A-1108-03A3-BCE65C2D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759744"/>
            <a:ext cx="4443984" cy="823912"/>
          </a:xfrm>
        </p:spPr>
        <p:txBody>
          <a:bodyPr/>
          <a:lstStyle/>
          <a:p>
            <a:r>
              <a:rPr lang="en-US" sz="2700" dirty="0">
                <a:solidFill>
                  <a:schemeClr val="tx2">
                    <a:lumMod val="75000"/>
                  </a:schemeClr>
                </a:solidFill>
              </a:rPr>
              <a:t>What we’re planning to do</a:t>
            </a:r>
            <a:endParaRPr lang="en-US" sz="2700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78F1E19-7F41-8F22-9ACA-8BEA6DEA38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71600" y="2824084"/>
            <a:ext cx="4443984" cy="3620258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tx2">
                    <a:lumMod val="90000"/>
                  </a:schemeClr>
                </a:solidFill>
              </a:rPr>
              <a:t>Unit test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Report writing</a:t>
            </a:r>
            <a:endParaRPr lang="en-US" noProof="0" dirty="0">
              <a:solidFill>
                <a:schemeClr val="tx2">
                  <a:lumMod val="90000"/>
                </a:schemeClr>
              </a:solidFill>
            </a:endParaRP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CEAF2EA9-B1A3-F20D-386A-C7ECC47AE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25014" y="1759744"/>
            <a:ext cx="4883215" cy="823912"/>
          </a:xfrm>
        </p:spPr>
        <p:txBody>
          <a:bodyPr/>
          <a:lstStyle/>
          <a:p>
            <a:r>
              <a:rPr lang="en-US" sz="2700" dirty="0">
                <a:solidFill>
                  <a:schemeClr val="tx2">
                    <a:lumMod val="75000"/>
                  </a:schemeClr>
                </a:solidFill>
              </a:rPr>
              <a:t>What we don’t have time to do</a:t>
            </a:r>
            <a:endParaRPr lang="en-US" sz="2700" noProof="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D2966EF4-CD53-8A5C-43CA-9A9158633B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25014" y="2824083"/>
            <a:ext cx="4813546" cy="3620259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chemeClr val="tx2">
                    <a:lumMod val="90000"/>
                  </a:schemeClr>
                </a:solidFill>
              </a:rPr>
              <a:t>Repeating events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Seeing other people’s calendars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Deleting and changing the events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Changing language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Changing colors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Customize calendar types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Showing week numbers</a:t>
            </a:r>
          </a:p>
          <a:p>
            <a:r>
              <a:rPr lang="en-US" dirty="0">
                <a:solidFill>
                  <a:schemeClr val="tx2">
                    <a:lumMod val="90000"/>
                  </a:schemeClr>
                </a:solidFill>
              </a:rPr>
              <a:t>Seeing only a week instead of a month</a:t>
            </a:r>
          </a:p>
          <a:p>
            <a:pPr marL="0" indent="0">
              <a:buNone/>
            </a:pPr>
            <a:endParaRPr lang="en-US" noProof="0" dirty="0">
              <a:solidFill>
                <a:schemeClr val="tx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636785"/>
      </p:ext>
    </p:extLst>
  </p:cSld>
  <p:clrMapOvr>
    <a:masterClrMapping/>
  </p:clrMapOvr>
</p:sld>
</file>

<file path=ppt/theme/theme1.xml><?xml version="1.0" encoding="utf-8"?>
<a:theme xmlns:a="http://schemas.openxmlformats.org/drawingml/2006/main" name="Beskæring">
  <a:themeElements>
    <a:clrScheme name="Honeydew">
      <a:dk1>
        <a:srgbClr val="000000"/>
      </a:dk1>
      <a:lt1>
        <a:srgbClr val="FFFFFF"/>
      </a:lt1>
      <a:dk2>
        <a:srgbClr val="B9FFB9"/>
      </a:dk2>
      <a:lt2>
        <a:srgbClr val="F0FFF0"/>
      </a:lt2>
      <a:accent1>
        <a:srgbClr val="F0FFF0"/>
      </a:accent1>
      <a:accent2>
        <a:srgbClr val="DDFFDD"/>
      </a:accent2>
      <a:accent3>
        <a:srgbClr val="C5FFC5"/>
      </a:accent3>
      <a:accent4>
        <a:srgbClr val="B7FFB7"/>
      </a:accent4>
      <a:accent5>
        <a:srgbClr val="A7FFA7"/>
      </a:accent5>
      <a:accent6>
        <a:srgbClr val="8BFF8B"/>
      </a:accent6>
      <a:hlink>
        <a:srgbClr val="75FF75"/>
      </a:hlink>
      <a:folHlink>
        <a:srgbClr val="43FF43"/>
      </a:folHlink>
    </a:clrScheme>
    <a:fontScheme name="Beskæring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eskæring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TM10001105[[fn=Beskæring]]</Template>
  <TotalTime>569</TotalTime>
  <Words>297</Words>
  <Application>Microsoft Office PowerPoint</Application>
  <PresentationFormat>Widescreen</PresentationFormat>
  <Paragraphs>68</Paragraphs>
  <Slides>6</Slides>
  <Notes>6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6</vt:i4>
      </vt:variant>
    </vt:vector>
  </HeadingPairs>
  <TitlesOfParts>
    <vt:vector size="9" baseType="lpstr">
      <vt:lpstr>Calibri</vt:lpstr>
      <vt:lpstr>Franklin Gothic Book</vt:lpstr>
      <vt:lpstr>Beskæring</vt:lpstr>
      <vt:lpstr>New and improved calendar app</vt:lpstr>
      <vt:lpstr>Goals for the project</vt:lpstr>
      <vt:lpstr>Design</vt:lpstr>
      <vt:lpstr>Implementation</vt:lpstr>
      <vt:lpstr>Tests</vt:lpstr>
      <vt:lpstr>Things we haven’t done yet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Katarina Heüman Funch</dc:creator>
  <cp:lastModifiedBy>Katarina Heüman Funch</cp:lastModifiedBy>
  <cp:revision>1</cp:revision>
  <dcterms:created xsi:type="dcterms:W3CDTF">2026-06-16T20:09:32Z</dcterms:created>
  <dcterms:modified xsi:type="dcterms:W3CDTF">2026-06-19T07:46:15Z</dcterms:modified>
</cp:coreProperties>
</file>